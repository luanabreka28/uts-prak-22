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858000" cy="9144000"/>
  <p:embeddedFontLst>
    <p:embeddedFont>
      <p:font typeface="Raleway"/>
      <p:regular r:id="rId19"/>
      <p:bold r:id="rId20"/>
      <p:italic r:id="rId21"/>
      <p:boldItalic r:id="rId22"/>
    </p:embeddedFont>
    <p:embeddedFont>
      <p:font typeface="Raleway SemiBold"/>
      <p:regular r:id="rId23"/>
      <p:bold r:id="rId24"/>
      <p:italic r:id="rId25"/>
      <p:boldItalic r:id="rId26"/>
    </p:embeddedFont>
    <p:embeddedFont>
      <p:font typeface="Raleway ExtraBold"/>
      <p:bold r:id="rId27"/>
      <p:boldItalic r:id="rId28"/>
    </p:embeddedFont>
    <p:embeddedFont>
      <p:font typeface="Lato"/>
      <p:regular r:id="rId29"/>
      <p:bold r:id="rId30"/>
      <p:italic r:id="rId31"/>
      <p:boldItalic r:id="rId32"/>
    </p:embeddedFont>
    <p:embeddedFont>
      <p:font typeface="Raleway Black"/>
      <p:bold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RalewaySemiBold-bold.fntdata"/><Relationship Id="rId23" Type="http://schemas.openxmlformats.org/officeDocument/2006/relationships/font" Target="fonts/RalewaySemiBold-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alewaySemiBold-boldItalic.fntdata"/><Relationship Id="rId25" Type="http://schemas.openxmlformats.org/officeDocument/2006/relationships/font" Target="fonts/RalewaySemiBold-italic.fntdata"/><Relationship Id="rId28" Type="http://schemas.openxmlformats.org/officeDocument/2006/relationships/font" Target="fonts/RalewayExtraBold-boldItalic.fntdata"/><Relationship Id="rId27" Type="http://schemas.openxmlformats.org/officeDocument/2006/relationships/font" Target="fonts/RalewayExtraBold-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ato-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7.xml"/><Relationship Id="rId33" Type="http://schemas.openxmlformats.org/officeDocument/2006/relationships/font" Target="fonts/RalewayBlack-bold.fntdata"/><Relationship Id="rId10" Type="http://schemas.openxmlformats.org/officeDocument/2006/relationships/slide" Target="slides/slide6.xml"/><Relationship Id="rId32" Type="http://schemas.openxmlformats.org/officeDocument/2006/relationships/font" Target="fonts/Lato-boldItalic.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RalewayBlack-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aleway-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14eed8cf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14eed8cf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14d2289e05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14d2289e05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14d2289e05_1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14d2289e05_1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1600aa933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1600aa933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8d414aee94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8d414aee94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1600aa933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1600aa9339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1600aa933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1600aa933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1600aa933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1600aa933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8d414aee9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8d414aee9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8d414aee9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8d414aee9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1600aa933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1600aa933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1600aa933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1600aa933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1600aa9339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1600aa9339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1600aa933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1600aa933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2171198" y="669266"/>
            <a:ext cx="4798800" cy="3048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5200"/>
              <a:buNone/>
              <a:defRPr b="0" sz="5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2171198" y="3803341"/>
            <a:ext cx="4798800" cy="455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600">
                <a:solidFill>
                  <a:schemeClr val="l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p:nvPr/>
        </p:nvSpPr>
        <p:spPr>
          <a:xfrm flipH="1">
            <a:off x="7399500" y="1920775"/>
            <a:ext cx="1744500" cy="3292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13" name="Google Shape;13;p2"/>
          <p:cNvSpPr/>
          <p:nvPr/>
        </p:nvSpPr>
        <p:spPr>
          <a:xfrm>
            <a:off x="7512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8430000" y="4364325"/>
            <a:ext cx="1281575" cy="238575"/>
            <a:chOff x="1256325" y="2604375"/>
            <a:chExt cx="1281575" cy="238575"/>
          </a:xfrm>
        </p:grpSpPr>
        <p:sp>
          <p:nvSpPr>
            <p:cNvPr id="15" name="Google Shape;15;p2"/>
            <p:cNvSpPr/>
            <p:nvPr/>
          </p:nvSpPr>
          <p:spPr>
            <a:xfrm>
              <a:off x="1256325" y="2604375"/>
              <a:ext cx="285100" cy="238575"/>
            </a:xfrm>
            <a:custGeom>
              <a:rect b="b" l="l" r="r" t="t"/>
              <a:pathLst>
                <a:path extrusionOk="0" h="9543" w="11404">
                  <a:moveTo>
                    <a:pt x="9562" y="1"/>
                  </a:moveTo>
                  <a:lnTo>
                    <a:pt x="0"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398600" y="2604375"/>
              <a:ext cx="284575" cy="238575"/>
            </a:xfrm>
            <a:custGeom>
              <a:rect b="b" l="l" r="r" t="t"/>
              <a:pathLst>
                <a:path extrusionOk="0" h="9543" w="11383">
                  <a:moveTo>
                    <a:pt x="9563" y="1"/>
                  </a:moveTo>
                  <a:lnTo>
                    <a:pt x="0" y="9542"/>
                  </a:lnTo>
                  <a:lnTo>
                    <a:pt x="1842"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541400"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683150" y="2604375"/>
              <a:ext cx="285125" cy="238575"/>
            </a:xfrm>
            <a:custGeom>
              <a:rect b="b" l="l" r="r" t="t"/>
              <a:pathLst>
                <a:path extrusionOk="0" h="9543" w="11405">
                  <a:moveTo>
                    <a:pt x="9584" y="1"/>
                  </a:moveTo>
                  <a:lnTo>
                    <a:pt x="1" y="9542"/>
                  </a:lnTo>
                  <a:lnTo>
                    <a:pt x="1842"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825950" y="2604375"/>
              <a:ext cx="285125" cy="238575"/>
            </a:xfrm>
            <a:custGeom>
              <a:rect b="b" l="l" r="r" t="t"/>
              <a:pathLst>
                <a:path extrusionOk="0" h="9543" w="11405">
                  <a:moveTo>
                    <a:pt x="9563" y="1"/>
                  </a:moveTo>
                  <a:lnTo>
                    <a:pt x="1"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968250" y="2604375"/>
              <a:ext cx="285100" cy="238575"/>
            </a:xfrm>
            <a:custGeom>
              <a:rect b="b" l="l" r="r" t="t"/>
              <a:pathLst>
                <a:path extrusionOk="0" h="9543" w="11404">
                  <a:moveTo>
                    <a:pt x="9583" y="1"/>
                  </a:moveTo>
                  <a:lnTo>
                    <a:pt x="0" y="9542"/>
                  </a:lnTo>
                  <a:lnTo>
                    <a:pt x="184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2111050" y="2604375"/>
              <a:ext cx="284050" cy="238575"/>
            </a:xfrm>
            <a:custGeom>
              <a:rect b="b" l="l" r="r" t="t"/>
              <a:pathLst>
                <a:path extrusionOk="0" h="9543" w="11362">
                  <a:moveTo>
                    <a:pt x="9562" y="1"/>
                  </a:moveTo>
                  <a:lnTo>
                    <a:pt x="0" y="9542"/>
                  </a:lnTo>
                  <a:lnTo>
                    <a:pt x="1821" y="9542"/>
                  </a:lnTo>
                  <a:lnTo>
                    <a:pt x="1136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2253325"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 name="Google Shape;23;p2"/>
          <p:cNvSpPr/>
          <p:nvPr/>
        </p:nvSpPr>
        <p:spPr>
          <a:xfrm>
            <a:off x="-29109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270800" y="101565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3"/>
          <p:cNvSpPr txBox="1"/>
          <p:nvPr>
            <p:ph type="title"/>
          </p:nvPr>
        </p:nvSpPr>
        <p:spPr>
          <a:xfrm>
            <a:off x="1563125" y="2552975"/>
            <a:ext cx="45087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7" name="Google Shape;27;p3"/>
          <p:cNvSpPr txBox="1"/>
          <p:nvPr>
            <p:ph hasCustomPrompt="1" idx="2" type="title"/>
          </p:nvPr>
        </p:nvSpPr>
        <p:spPr>
          <a:xfrm>
            <a:off x="3145175" y="1651325"/>
            <a:ext cx="1344600" cy="752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4000"/>
              <a:buNone/>
              <a:defRPr sz="4000">
                <a:solidFill>
                  <a:schemeClr val="accent2"/>
                </a:solidFill>
              </a:defRPr>
            </a:lvl1pPr>
            <a:lvl2pPr lvl="1" rtl="0" algn="ctr">
              <a:spcBef>
                <a:spcPts val="0"/>
              </a:spcBef>
              <a:spcAft>
                <a:spcPts val="0"/>
              </a:spcAft>
              <a:buSzPts val="4000"/>
              <a:buFont typeface="Raleway"/>
              <a:buNone/>
              <a:defRPr b="1" sz="4000">
                <a:latin typeface="Raleway"/>
                <a:ea typeface="Raleway"/>
                <a:cs typeface="Raleway"/>
                <a:sym typeface="Raleway"/>
              </a:defRPr>
            </a:lvl2pPr>
            <a:lvl3pPr lvl="2" rtl="0" algn="ctr">
              <a:spcBef>
                <a:spcPts val="0"/>
              </a:spcBef>
              <a:spcAft>
                <a:spcPts val="0"/>
              </a:spcAft>
              <a:buSzPts val="4000"/>
              <a:buFont typeface="Raleway"/>
              <a:buNone/>
              <a:defRPr b="1" sz="4000">
                <a:latin typeface="Raleway"/>
                <a:ea typeface="Raleway"/>
                <a:cs typeface="Raleway"/>
                <a:sym typeface="Raleway"/>
              </a:defRPr>
            </a:lvl3pPr>
            <a:lvl4pPr lvl="3" rtl="0" algn="ctr">
              <a:spcBef>
                <a:spcPts val="0"/>
              </a:spcBef>
              <a:spcAft>
                <a:spcPts val="0"/>
              </a:spcAft>
              <a:buSzPts val="4000"/>
              <a:buFont typeface="Raleway"/>
              <a:buNone/>
              <a:defRPr b="1" sz="4000">
                <a:latin typeface="Raleway"/>
                <a:ea typeface="Raleway"/>
                <a:cs typeface="Raleway"/>
                <a:sym typeface="Raleway"/>
              </a:defRPr>
            </a:lvl4pPr>
            <a:lvl5pPr lvl="4" rtl="0" algn="ctr">
              <a:spcBef>
                <a:spcPts val="0"/>
              </a:spcBef>
              <a:spcAft>
                <a:spcPts val="0"/>
              </a:spcAft>
              <a:buSzPts val="4000"/>
              <a:buFont typeface="Raleway"/>
              <a:buNone/>
              <a:defRPr b="1" sz="4000">
                <a:latin typeface="Raleway"/>
                <a:ea typeface="Raleway"/>
                <a:cs typeface="Raleway"/>
                <a:sym typeface="Raleway"/>
              </a:defRPr>
            </a:lvl5pPr>
            <a:lvl6pPr lvl="5" rtl="0" algn="ctr">
              <a:spcBef>
                <a:spcPts val="0"/>
              </a:spcBef>
              <a:spcAft>
                <a:spcPts val="0"/>
              </a:spcAft>
              <a:buSzPts val="4000"/>
              <a:buFont typeface="Raleway"/>
              <a:buNone/>
              <a:defRPr b="1" sz="4000">
                <a:latin typeface="Raleway"/>
                <a:ea typeface="Raleway"/>
                <a:cs typeface="Raleway"/>
                <a:sym typeface="Raleway"/>
              </a:defRPr>
            </a:lvl6pPr>
            <a:lvl7pPr lvl="6" rtl="0" algn="ctr">
              <a:spcBef>
                <a:spcPts val="0"/>
              </a:spcBef>
              <a:spcAft>
                <a:spcPts val="0"/>
              </a:spcAft>
              <a:buSzPts val="4000"/>
              <a:buFont typeface="Raleway"/>
              <a:buNone/>
              <a:defRPr b="1" sz="4000">
                <a:latin typeface="Raleway"/>
                <a:ea typeface="Raleway"/>
                <a:cs typeface="Raleway"/>
                <a:sym typeface="Raleway"/>
              </a:defRPr>
            </a:lvl7pPr>
            <a:lvl8pPr lvl="7" rtl="0" algn="ctr">
              <a:spcBef>
                <a:spcPts val="0"/>
              </a:spcBef>
              <a:spcAft>
                <a:spcPts val="0"/>
              </a:spcAft>
              <a:buSzPts val="4000"/>
              <a:buFont typeface="Raleway"/>
              <a:buNone/>
              <a:defRPr b="1" sz="4000">
                <a:latin typeface="Raleway"/>
                <a:ea typeface="Raleway"/>
                <a:cs typeface="Raleway"/>
                <a:sym typeface="Raleway"/>
              </a:defRPr>
            </a:lvl8pPr>
            <a:lvl9pPr lvl="8" rtl="0" algn="ctr">
              <a:spcBef>
                <a:spcPts val="0"/>
              </a:spcBef>
              <a:spcAft>
                <a:spcPts val="0"/>
              </a:spcAft>
              <a:buSzPts val="4000"/>
              <a:buFont typeface="Raleway"/>
              <a:buNone/>
              <a:defRPr b="1" sz="4000">
                <a:latin typeface="Raleway"/>
                <a:ea typeface="Raleway"/>
                <a:cs typeface="Raleway"/>
                <a:sym typeface="Raleway"/>
              </a:defRPr>
            </a:lvl9pPr>
          </a:lstStyle>
          <a:p>
            <a:r>
              <a:t>xx%</a:t>
            </a:r>
          </a:p>
        </p:txBody>
      </p:sp>
      <p:sp>
        <p:nvSpPr>
          <p:cNvPr id="28" name="Google Shape;28;p3"/>
          <p:cNvSpPr/>
          <p:nvPr/>
        </p:nvSpPr>
        <p:spPr>
          <a:xfrm>
            <a:off x="-280465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713950" y="-760825"/>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 name="Google Shape;30;p3"/>
          <p:cNvGrpSpPr/>
          <p:nvPr/>
        </p:nvGrpSpPr>
        <p:grpSpPr>
          <a:xfrm>
            <a:off x="-632600" y="302075"/>
            <a:ext cx="1281575" cy="238575"/>
            <a:chOff x="1256325" y="2604375"/>
            <a:chExt cx="1281575" cy="238575"/>
          </a:xfrm>
        </p:grpSpPr>
        <p:sp>
          <p:nvSpPr>
            <p:cNvPr id="31" name="Google Shape;31;p3"/>
            <p:cNvSpPr/>
            <p:nvPr/>
          </p:nvSpPr>
          <p:spPr>
            <a:xfrm>
              <a:off x="1256325" y="2604375"/>
              <a:ext cx="285100" cy="238575"/>
            </a:xfrm>
            <a:custGeom>
              <a:rect b="b" l="l" r="r" t="t"/>
              <a:pathLst>
                <a:path extrusionOk="0" h="9543" w="11404">
                  <a:moveTo>
                    <a:pt x="9562" y="1"/>
                  </a:moveTo>
                  <a:lnTo>
                    <a:pt x="0"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1398600" y="2604375"/>
              <a:ext cx="284575" cy="238575"/>
            </a:xfrm>
            <a:custGeom>
              <a:rect b="b" l="l" r="r" t="t"/>
              <a:pathLst>
                <a:path extrusionOk="0" h="9543" w="11383">
                  <a:moveTo>
                    <a:pt x="9563" y="1"/>
                  </a:moveTo>
                  <a:lnTo>
                    <a:pt x="0" y="9542"/>
                  </a:lnTo>
                  <a:lnTo>
                    <a:pt x="1842"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1541400"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1683150" y="2604375"/>
              <a:ext cx="285125" cy="238575"/>
            </a:xfrm>
            <a:custGeom>
              <a:rect b="b" l="l" r="r" t="t"/>
              <a:pathLst>
                <a:path extrusionOk="0" h="9543" w="11405">
                  <a:moveTo>
                    <a:pt x="9584" y="1"/>
                  </a:moveTo>
                  <a:lnTo>
                    <a:pt x="1" y="9542"/>
                  </a:lnTo>
                  <a:lnTo>
                    <a:pt x="1842"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1825950" y="2604375"/>
              <a:ext cx="285125" cy="238575"/>
            </a:xfrm>
            <a:custGeom>
              <a:rect b="b" l="l" r="r" t="t"/>
              <a:pathLst>
                <a:path extrusionOk="0" h="9543" w="11405">
                  <a:moveTo>
                    <a:pt x="9563" y="1"/>
                  </a:moveTo>
                  <a:lnTo>
                    <a:pt x="1"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1968250" y="2604375"/>
              <a:ext cx="285100" cy="238575"/>
            </a:xfrm>
            <a:custGeom>
              <a:rect b="b" l="l" r="r" t="t"/>
              <a:pathLst>
                <a:path extrusionOk="0" h="9543" w="11404">
                  <a:moveTo>
                    <a:pt x="9583" y="1"/>
                  </a:moveTo>
                  <a:lnTo>
                    <a:pt x="0" y="9542"/>
                  </a:lnTo>
                  <a:lnTo>
                    <a:pt x="184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2111050" y="2604375"/>
              <a:ext cx="284050" cy="238575"/>
            </a:xfrm>
            <a:custGeom>
              <a:rect b="b" l="l" r="r" t="t"/>
              <a:pathLst>
                <a:path extrusionOk="0" h="9543" w="11362">
                  <a:moveTo>
                    <a:pt x="9562" y="1"/>
                  </a:moveTo>
                  <a:lnTo>
                    <a:pt x="0" y="9542"/>
                  </a:lnTo>
                  <a:lnTo>
                    <a:pt x="1821" y="9542"/>
                  </a:lnTo>
                  <a:lnTo>
                    <a:pt x="1136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2253325"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p4"/>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 name="Google Shape;41;p4"/>
          <p:cNvSpPr txBox="1"/>
          <p:nvPr>
            <p:ph idx="1" type="subTitle"/>
          </p:nvPr>
        </p:nvSpPr>
        <p:spPr>
          <a:xfrm>
            <a:off x="713950" y="1256750"/>
            <a:ext cx="7716000" cy="38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2" name="Google Shape;42;p4"/>
          <p:cNvSpPr/>
          <p:nvPr/>
        </p:nvSpPr>
        <p:spPr>
          <a:xfrm>
            <a:off x="-36729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517275" y="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8206154" y="3065713"/>
            <a:ext cx="954600" cy="21474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8046075" y="2731100"/>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5"/>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 name="Google Shape;48;p5"/>
          <p:cNvSpPr txBox="1"/>
          <p:nvPr>
            <p:ph idx="1" type="subTitle"/>
          </p:nvPr>
        </p:nvSpPr>
        <p:spPr>
          <a:xfrm>
            <a:off x="713950" y="1561325"/>
            <a:ext cx="2898000" cy="223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9" name="Google Shape;49;p5"/>
          <p:cNvSpPr txBox="1"/>
          <p:nvPr>
            <p:ph idx="2" type="subTitle"/>
          </p:nvPr>
        </p:nvSpPr>
        <p:spPr>
          <a:xfrm>
            <a:off x="3939174" y="1561325"/>
            <a:ext cx="2898000" cy="223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0" name="Google Shape;50;p5"/>
          <p:cNvSpPr/>
          <p:nvPr/>
        </p:nvSpPr>
        <p:spPr>
          <a:xfrm flipH="1" rot="10800000">
            <a:off x="-479825" y="-457200"/>
            <a:ext cx="1313700" cy="2724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479825" y="-579925"/>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rot="1473489">
            <a:off x="8199307" y="2133342"/>
            <a:ext cx="1681839" cy="3705316"/>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54" name="Google Shape;54;p5"/>
          <p:cNvSpPr/>
          <p:nvPr/>
        </p:nvSpPr>
        <p:spPr>
          <a:xfrm>
            <a:off x="7512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6"/>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6"/>
          <p:cNvSpPr/>
          <p:nvPr/>
        </p:nvSpPr>
        <p:spPr>
          <a:xfrm>
            <a:off x="-29871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a:off x="-616987" y="-59400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651800" y="101565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flipH="1">
            <a:off x="8014800" y="3624900"/>
            <a:ext cx="1129200" cy="1588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8231702" y="3366340"/>
            <a:ext cx="1129314" cy="1465742"/>
          </a:xfrm>
          <a:custGeom>
            <a:rect b="b" l="l" r="r" t="t"/>
            <a:pathLst>
              <a:path extrusionOk="0" h="37098" w="28583">
                <a:moveTo>
                  <a:pt x="18162" y="0"/>
                </a:moveTo>
                <a:lnTo>
                  <a:pt x="13685" y="9144"/>
                </a:lnTo>
                <a:lnTo>
                  <a:pt x="1" y="37098"/>
                </a:lnTo>
                <a:lnTo>
                  <a:pt x="10420" y="37098"/>
                </a:lnTo>
                <a:lnTo>
                  <a:pt x="2858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7303250" y="397265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 name="Shape 63"/>
        <p:cNvGrpSpPr/>
        <p:nvPr/>
      </p:nvGrpSpPr>
      <p:grpSpPr>
        <a:xfrm>
          <a:off x="0" y="0"/>
          <a:ext cx="0" cy="0"/>
          <a:chOff x="0" y="0"/>
          <a:chExt cx="0" cy="0"/>
        </a:xfrm>
      </p:grpSpPr>
      <p:sp>
        <p:nvSpPr>
          <p:cNvPr id="64" name="Google Shape;64;p7"/>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 name="Google Shape;65;p7"/>
          <p:cNvSpPr txBox="1"/>
          <p:nvPr>
            <p:ph idx="1" type="subTitle"/>
          </p:nvPr>
        </p:nvSpPr>
        <p:spPr>
          <a:xfrm>
            <a:off x="713950" y="1408925"/>
            <a:ext cx="3858000" cy="167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sp>
        <p:nvSpPr>
          <p:cNvPr id="67" name="Google Shape;67;p8"/>
          <p:cNvSpPr txBox="1"/>
          <p:nvPr>
            <p:ph type="title"/>
          </p:nvPr>
        </p:nvSpPr>
        <p:spPr>
          <a:xfrm>
            <a:off x="1725150" y="1409550"/>
            <a:ext cx="5693700" cy="232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8" name="Google Shape;68;p8"/>
          <p:cNvSpPr/>
          <p:nvPr/>
        </p:nvSpPr>
        <p:spPr>
          <a:xfrm flipH="1" rot="10800000">
            <a:off x="-708425" y="-76200"/>
            <a:ext cx="1313700" cy="27246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flipH="1">
            <a:off x="8785500" y="2843325"/>
            <a:ext cx="968100" cy="2369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a:off x="85794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1" name="Shape 71"/>
        <p:cNvGrpSpPr/>
        <p:nvPr/>
      </p:nvGrpSpPr>
      <p:grpSpPr>
        <a:xfrm>
          <a:off x="0" y="0"/>
          <a:ext cx="0" cy="0"/>
          <a:chOff x="0" y="0"/>
          <a:chExt cx="0" cy="0"/>
        </a:xfrm>
      </p:grpSpPr>
      <p:sp>
        <p:nvSpPr>
          <p:cNvPr id="72" name="Google Shape;72;p9"/>
          <p:cNvSpPr txBox="1"/>
          <p:nvPr>
            <p:ph type="title"/>
          </p:nvPr>
        </p:nvSpPr>
        <p:spPr>
          <a:xfrm>
            <a:off x="2361750" y="1481700"/>
            <a:ext cx="44205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8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3" name="Google Shape;73;p9"/>
          <p:cNvSpPr txBox="1"/>
          <p:nvPr>
            <p:ph idx="1" type="subTitle"/>
          </p:nvPr>
        </p:nvSpPr>
        <p:spPr>
          <a:xfrm>
            <a:off x="2361750" y="3051600"/>
            <a:ext cx="4420500" cy="61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4" name="Google Shape;74;p9"/>
          <p:cNvSpPr/>
          <p:nvPr/>
        </p:nvSpPr>
        <p:spPr>
          <a:xfrm rot="5400000">
            <a:off x="-409950" y="367100"/>
            <a:ext cx="1574700" cy="7548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9"/>
          <p:cNvSpPr/>
          <p:nvPr/>
        </p:nvSpPr>
        <p:spPr>
          <a:xfrm flipH="1">
            <a:off x="7399500" y="1920775"/>
            <a:ext cx="1744500" cy="3292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p:nvPr/>
        </p:nvSpPr>
        <p:spPr>
          <a:xfrm>
            <a:off x="7512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p10"/>
          <p:cNvSpPr/>
          <p:nvPr>
            <p:ph idx="2" type="pic"/>
          </p:nvPr>
        </p:nvSpPr>
        <p:spPr>
          <a:xfrm>
            <a:off x="0" y="0"/>
            <a:ext cx="9144000" cy="5143500"/>
          </a:xfrm>
          <a:prstGeom prst="rect">
            <a:avLst/>
          </a:prstGeom>
          <a:noFill/>
          <a:ln>
            <a:noFill/>
          </a:ln>
        </p:spPr>
      </p:sp>
      <p:sp>
        <p:nvSpPr>
          <p:cNvPr id="80" name="Google Shape;80;p10"/>
          <p:cNvSpPr txBox="1"/>
          <p:nvPr>
            <p:ph type="title"/>
          </p:nvPr>
        </p:nvSpPr>
        <p:spPr>
          <a:xfrm>
            <a:off x="5503150" y="757950"/>
            <a:ext cx="2089200" cy="36276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200"/>
              <a:buFont typeface="Raleway SemiBold"/>
              <a:buNone/>
              <a:defRPr sz="2200">
                <a:solidFill>
                  <a:schemeClr val="accent2"/>
                </a:solidFill>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p11"/>
          <p:cNvSpPr/>
          <p:nvPr/>
        </p:nvSpPr>
        <p:spPr>
          <a:xfrm>
            <a:off x="-29109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1"/>
          <p:cNvSpPr/>
          <p:nvPr/>
        </p:nvSpPr>
        <p:spPr>
          <a:xfrm>
            <a:off x="-540787" y="-59400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1"/>
          <p:cNvSpPr/>
          <p:nvPr/>
        </p:nvSpPr>
        <p:spPr>
          <a:xfrm>
            <a:off x="-575600" y="1015650"/>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1"/>
          <p:cNvSpPr/>
          <p:nvPr/>
        </p:nvSpPr>
        <p:spPr>
          <a:xfrm flipH="1">
            <a:off x="7399500" y="1920775"/>
            <a:ext cx="1744500" cy="3292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1"/>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1"/>
          <p:cNvSpPr/>
          <p:nvPr/>
        </p:nvSpPr>
        <p:spPr>
          <a:xfrm>
            <a:off x="7512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txBox="1"/>
          <p:nvPr>
            <p:ph hasCustomPrompt="1" type="title"/>
          </p:nvPr>
        </p:nvSpPr>
        <p:spPr>
          <a:xfrm>
            <a:off x="1197150" y="1717888"/>
            <a:ext cx="6749700" cy="12753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9" name="Google Shape;89;p11"/>
          <p:cNvSpPr txBox="1"/>
          <p:nvPr>
            <p:ph idx="1" type="subTitle"/>
          </p:nvPr>
        </p:nvSpPr>
        <p:spPr>
          <a:xfrm>
            <a:off x="1197150" y="3017013"/>
            <a:ext cx="6749700" cy="40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90" name="Shape 9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7">
    <p:spTree>
      <p:nvGrpSpPr>
        <p:cNvPr id="91" name="Shape 91"/>
        <p:cNvGrpSpPr/>
        <p:nvPr/>
      </p:nvGrpSpPr>
      <p:grpSpPr>
        <a:xfrm>
          <a:off x="0" y="0"/>
          <a:ext cx="0" cy="0"/>
          <a:chOff x="0" y="0"/>
          <a:chExt cx="0" cy="0"/>
        </a:xfrm>
      </p:grpSpPr>
      <p:sp>
        <p:nvSpPr>
          <p:cNvPr id="92" name="Google Shape;92;p13"/>
          <p:cNvSpPr txBox="1"/>
          <p:nvPr>
            <p:ph type="title"/>
          </p:nvPr>
        </p:nvSpPr>
        <p:spPr>
          <a:xfrm>
            <a:off x="3036188" y="2236425"/>
            <a:ext cx="4508700" cy="752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3" name="Google Shape;93;p13"/>
          <p:cNvSpPr txBox="1"/>
          <p:nvPr>
            <p:ph hasCustomPrompt="1" idx="2" type="title"/>
          </p:nvPr>
        </p:nvSpPr>
        <p:spPr>
          <a:xfrm>
            <a:off x="1599113" y="2236425"/>
            <a:ext cx="1344600" cy="752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4000"/>
              <a:buNone/>
              <a:defRPr sz="4000">
                <a:solidFill>
                  <a:schemeClr val="accent2"/>
                </a:solidFill>
              </a:defRPr>
            </a:lvl1pPr>
            <a:lvl2pPr lvl="1" rtl="0" algn="ctr">
              <a:spcBef>
                <a:spcPts val="0"/>
              </a:spcBef>
              <a:spcAft>
                <a:spcPts val="0"/>
              </a:spcAft>
              <a:buSzPts val="4000"/>
              <a:buFont typeface="Raleway"/>
              <a:buNone/>
              <a:defRPr b="1" sz="4000">
                <a:latin typeface="Raleway"/>
                <a:ea typeface="Raleway"/>
                <a:cs typeface="Raleway"/>
                <a:sym typeface="Raleway"/>
              </a:defRPr>
            </a:lvl2pPr>
            <a:lvl3pPr lvl="2" rtl="0" algn="ctr">
              <a:spcBef>
                <a:spcPts val="0"/>
              </a:spcBef>
              <a:spcAft>
                <a:spcPts val="0"/>
              </a:spcAft>
              <a:buSzPts val="4000"/>
              <a:buFont typeface="Raleway"/>
              <a:buNone/>
              <a:defRPr b="1" sz="4000">
                <a:latin typeface="Raleway"/>
                <a:ea typeface="Raleway"/>
                <a:cs typeface="Raleway"/>
                <a:sym typeface="Raleway"/>
              </a:defRPr>
            </a:lvl3pPr>
            <a:lvl4pPr lvl="3" rtl="0" algn="ctr">
              <a:spcBef>
                <a:spcPts val="0"/>
              </a:spcBef>
              <a:spcAft>
                <a:spcPts val="0"/>
              </a:spcAft>
              <a:buSzPts val="4000"/>
              <a:buFont typeface="Raleway"/>
              <a:buNone/>
              <a:defRPr b="1" sz="4000">
                <a:latin typeface="Raleway"/>
                <a:ea typeface="Raleway"/>
                <a:cs typeface="Raleway"/>
                <a:sym typeface="Raleway"/>
              </a:defRPr>
            </a:lvl4pPr>
            <a:lvl5pPr lvl="4" rtl="0" algn="ctr">
              <a:spcBef>
                <a:spcPts val="0"/>
              </a:spcBef>
              <a:spcAft>
                <a:spcPts val="0"/>
              </a:spcAft>
              <a:buSzPts val="4000"/>
              <a:buFont typeface="Raleway"/>
              <a:buNone/>
              <a:defRPr b="1" sz="4000">
                <a:latin typeface="Raleway"/>
                <a:ea typeface="Raleway"/>
                <a:cs typeface="Raleway"/>
                <a:sym typeface="Raleway"/>
              </a:defRPr>
            </a:lvl5pPr>
            <a:lvl6pPr lvl="5" rtl="0" algn="ctr">
              <a:spcBef>
                <a:spcPts val="0"/>
              </a:spcBef>
              <a:spcAft>
                <a:spcPts val="0"/>
              </a:spcAft>
              <a:buSzPts val="4000"/>
              <a:buFont typeface="Raleway"/>
              <a:buNone/>
              <a:defRPr b="1" sz="4000">
                <a:latin typeface="Raleway"/>
                <a:ea typeface="Raleway"/>
                <a:cs typeface="Raleway"/>
                <a:sym typeface="Raleway"/>
              </a:defRPr>
            </a:lvl6pPr>
            <a:lvl7pPr lvl="6" rtl="0" algn="ctr">
              <a:spcBef>
                <a:spcPts val="0"/>
              </a:spcBef>
              <a:spcAft>
                <a:spcPts val="0"/>
              </a:spcAft>
              <a:buSzPts val="4000"/>
              <a:buFont typeface="Raleway"/>
              <a:buNone/>
              <a:defRPr b="1" sz="4000">
                <a:latin typeface="Raleway"/>
                <a:ea typeface="Raleway"/>
                <a:cs typeface="Raleway"/>
                <a:sym typeface="Raleway"/>
              </a:defRPr>
            </a:lvl7pPr>
            <a:lvl8pPr lvl="7" rtl="0" algn="ctr">
              <a:spcBef>
                <a:spcPts val="0"/>
              </a:spcBef>
              <a:spcAft>
                <a:spcPts val="0"/>
              </a:spcAft>
              <a:buSzPts val="4000"/>
              <a:buFont typeface="Raleway"/>
              <a:buNone/>
              <a:defRPr b="1" sz="4000">
                <a:latin typeface="Raleway"/>
                <a:ea typeface="Raleway"/>
                <a:cs typeface="Raleway"/>
                <a:sym typeface="Raleway"/>
              </a:defRPr>
            </a:lvl8pPr>
            <a:lvl9pPr lvl="8" rtl="0" algn="ctr">
              <a:spcBef>
                <a:spcPts val="0"/>
              </a:spcBef>
              <a:spcAft>
                <a:spcPts val="0"/>
              </a:spcAft>
              <a:buSzPts val="4000"/>
              <a:buFont typeface="Raleway"/>
              <a:buNone/>
              <a:defRPr b="1" sz="4000">
                <a:latin typeface="Raleway"/>
                <a:ea typeface="Raleway"/>
                <a:cs typeface="Raleway"/>
                <a:sym typeface="Raleway"/>
              </a:defRPr>
            </a:lvl9pPr>
          </a:lstStyle>
          <a:p>
            <a:r>
              <a:t>xx%</a:t>
            </a:r>
          </a:p>
        </p:txBody>
      </p:sp>
      <p:sp>
        <p:nvSpPr>
          <p:cNvPr id="94" name="Google Shape;94;p13"/>
          <p:cNvSpPr/>
          <p:nvPr/>
        </p:nvSpPr>
        <p:spPr>
          <a:xfrm>
            <a:off x="-280465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p:nvPr/>
        </p:nvSpPr>
        <p:spPr>
          <a:xfrm>
            <a:off x="713950" y="-760825"/>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13"/>
          <p:cNvGrpSpPr/>
          <p:nvPr/>
        </p:nvGrpSpPr>
        <p:grpSpPr>
          <a:xfrm>
            <a:off x="-632600" y="302075"/>
            <a:ext cx="1281575" cy="238575"/>
            <a:chOff x="1256325" y="2604375"/>
            <a:chExt cx="1281575" cy="238575"/>
          </a:xfrm>
        </p:grpSpPr>
        <p:sp>
          <p:nvSpPr>
            <p:cNvPr id="97" name="Google Shape;97;p13"/>
            <p:cNvSpPr/>
            <p:nvPr/>
          </p:nvSpPr>
          <p:spPr>
            <a:xfrm>
              <a:off x="1256325" y="2604375"/>
              <a:ext cx="285100" cy="238575"/>
            </a:xfrm>
            <a:custGeom>
              <a:rect b="b" l="l" r="r" t="t"/>
              <a:pathLst>
                <a:path extrusionOk="0" h="9543" w="11404">
                  <a:moveTo>
                    <a:pt x="9562" y="1"/>
                  </a:moveTo>
                  <a:lnTo>
                    <a:pt x="0"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1398600" y="2604375"/>
              <a:ext cx="284575" cy="238575"/>
            </a:xfrm>
            <a:custGeom>
              <a:rect b="b" l="l" r="r" t="t"/>
              <a:pathLst>
                <a:path extrusionOk="0" h="9543" w="11383">
                  <a:moveTo>
                    <a:pt x="9563" y="1"/>
                  </a:moveTo>
                  <a:lnTo>
                    <a:pt x="0" y="9542"/>
                  </a:lnTo>
                  <a:lnTo>
                    <a:pt x="1842"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a:off x="1541400"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1683150" y="2604375"/>
              <a:ext cx="285125" cy="238575"/>
            </a:xfrm>
            <a:custGeom>
              <a:rect b="b" l="l" r="r" t="t"/>
              <a:pathLst>
                <a:path extrusionOk="0" h="9543" w="11405">
                  <a:moveTo>
                    <a:pt x="9584" y="1"/>
                  </a:moveTo>
                  <a:lnTo>
                    <a:pt x="1" y="9542"/>
                  </a:lnTo>
                  <a:lnTo>
                    <a:pt x="1842"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1825950" y="2604375"/>
              <a:ext cx="285125" cy="238575"/>
            </a:xfrm>
            <a:custGeom>
              <a:rect b="b" l="l" r="r" t="t"/>
              <a:pathLst>
                <a:path extrusionOk="0" h="9543" w="11405">
                  <a:moveTo>
                    <a:pt x="9563" y="1"/>
                  </a:moveTo>
                  <a:lnTo>
                    <a:pt x="1"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1968250" y="2604375"/>
              <a:ext cx="285100" cy="238575"/>
            </a:xfrm>
            <a:custGeom>
              <a:rect b="b" l="l" r="r" t="t"/>
              <a:pathLst>
                <a:path extrusionOk="0" h="9543" w="11404">
                  <a:moveTo>
                    <a:pt x="9583" y="1"/>
                  </a:moveTo>
                  <a:lnTo>
                    <a:pt x="0" y="9542"/>
                  </a:lnTo>
                  <a:lnTo>
                    <a:pt x="184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2111050" y="2604375"/>
              <a:ext cx="284050" cy="238575"/>
            </a:xfrm>
            <a:custGeom>
              <a:rect b="b" l="l" r="r" t="t"/>
              <a:pathLst>
                <a:path extrusionOk="0" h="9543" w="11362">
                  <a:moveTo>
                    <a:pt x="9562" y="1"/>
                  </a:moveTo>
                  <a:lnTo>
                    <a:pt x="0" y="9542"/>
                  </a:lnTo>
                  <a:lnTo>
                    <a:pt x="1821" y="9542"/>
                  </a:lnTo>
                  <a:lnTo>
                    <a:pt x="1136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
            <p:cNvSpPr/>
            <p:nvPr/>
          </p:nvSpPr>
          <p:spPr>
            <a:xfrm>
              <a:off x="2253325"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7_1">
    <p:spTree>
      <p:nvGrpSpPr>
        <p:cNvPr id="105" name="Shape 105"/>
        <p:cNvGrpSpPr/>
        <p:nvPr/>
      </p:nvGrpSpPr>
      <p:grpSpPr>
        <a:xfrm>
          <a:off x="0" y="0"/>
          <a:ext cx="0" cy="0"/>
          <a:chOff x="0" y="0"/>
          <a:chExt cx="0" cy="0"/>
        </a:xfrm>
      </p:grpSpPr>
      <p:sp>
        <p:nvSpPr>
          <p:cNvPr id="106" name="Google Shape;106;p14"/>
          <p:cNvSpPr txBox="1"/>
          <p:nvPr>
            <p:ph type="title"/>
          </p:nvPr>
        </p:nvSpPr>
        <p:spPr>
          <a:xfrm>
            <a:off x="1552149" y="2646900"/>
            <a:ext cx="3996300" cy="7524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7" name="Google Shape;107;p14"/>
          <p:cNvSpPr txBox="1"/>
          <p:nvPr>
            <p:ph hasCustomPrompt="1" idx="2" type="title"/>
          </p:nvPr>
        </p:nvSpPr>
        <p:spPr>
          <a:xfrm>
            <a:off x="1552138" y="1744175"/>
            <a:ext cx="1344600" cy="752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4000"/>
              <a:buNone/>
              <a:defRPr sz="4000">
                <a:solidFill>
                  <a:schemeClr val="accent2"/>
                </a:solidFill>
              </a:defRPr>
            </a:lvl1pPr>
            <a:lvl2pPr lvl="1" rtl="0" algn="ctr">
              <a:spcBef>
                <a:spcPts val="0"/>
              </a:spcBef>
              <a:spcAft>
                <a:spcPts val="0"/>
              </a:spcAft>
              <a:buSzPts val="4000"/>
              <a:buFont typeface="Raleway"/>
              <a:buNone/>
              <a:defRPr b="1" sz="4000">
                <a:latin typeface="Raleway"/>
                <a:ea typeface="Raleway"/>
                <a:cs typeface="Raleway"/>
                <a:sym typeface="Raleway"/>
              </a:defRPr>
            </a:lvl2pPr>
            <a:lvl3pPr lvl="2" rtl="0" algn="ctr">
              <a:spcBef>
                <a:spcPts val="0"/>
              </a:spcBef>
              <a:spcAft>
                <a:spcPts val="0"/>
              </a:spcAft>
              <a:buSzPts val="4000"/>
              <a:buFont typeface="Raleway"/>
              <a:buNone/>
              <a:defRPr b="1" sz="4000">
                <a:latin typeface="Raleway"/>
                <a:ea typeface="Raleway"/>
                <a:cs typeface="Raleway"/>
                <a:sym typeface="Raleway"/>
              </a:defRPr>
            </a:lvl3pPr>
            <a:lvl4pPr lvl="3" rtl="0" algn="ctr">
              <a:spcBef>
                <a:spcPts val="0"/>
              </a:spcBef>
              <a:spcAft>
                <a:spcPts val="0"/>
              </a:spcAft>
              <a:buSzPts val="4000"/>
              <a:buFont typeface="Raleway"/>
              <a:buNone/>
              <a:defRPr b="1" sz="4000">
                <a:latin typeface="Raleway"/>
                <a:ea typeface="Raleway"/>
                <a:cs typeface="Raleway"/>
                <a:sym typeface="Raleway"/>
              </a:defRPr>
            </a:lvl4pPr>
            <a:lvl5pPr lvl="4" rtl="0" algn="ctr">
              <a:spcBef>
                <a:spcPts val="0"/>
              </a:spcBef>
              <a:spcAft>
                <a:spcPts val="0"/>
              </a:spcAft>
              <a:buSzPts val="4000"/>
              <a:buFont typeface="Raleway"/>
              <a:buNone/>
              <a:defRPr b="1" sz="4000">
                <a:latin typeface="Raleway"/>
                <a:ea typeface="Raleway"/>
                <a:cs typeface="Raleway"/>
                <a:sym typeface="Raleway"/>
              </a:defRPr>
            </a:lvl5pPr>
            <a:lvl6pPr lvl="5" rtl="0" algn="ctr">
              <a:spcBef>
                <a:spcPts val="0"/>
              </a:spcBef>
              <a:spcAft>
                <a:spcPts val="0"/>
              </a:spcAft>
              <a:buSzPts val="4000"/>
              <a:buFont typeface="Raleway"/>
              <a:buNone/>
              <a:defRPr b="1" sz="4000">
                <a:latin typeface="Raleway"/>
                <a:ea typeface="Raleway"/>
                <a:cs typeface="Raleway"/>
                <a:sym typeface="Raleway"/>
              </a:defRPr>
            </a:lvl6pPr>
            <a:lvl7pPr lvl="6" rtl="0" algn="ctr">
              <a:spcBef>
                <a:spcPts val="0"/>
              </a:spcBef>
              <a:spcAft>
                <a:spcPts val="0"/>
              </a:spcAft>
              <a:buSzPts val="4000"/>
              <a:buFont typeface="Raleway"/>
              <a:buNone/>
              <a:defRPr b="1" sz="4000">
                <a:latin typeface="Raleway"/>
                <a:ea typeface="Raleway"/>
                <a:cs typeface="Raleway"/>
                <a:sym typeface="Raleway"/>
              </a:defRPr>
            </a:lvl7pPr>
            <a:lvl8pPr lvl="7" rtl="0" algn="ctr">
              <a:spcBef>
                <a:spcPts val="0"/>
              </a:spcBef>
              <a:spcAft>
                <a:spcPts val="0"/>
              </a:spcAft>
              <a:buSzPts val="4000"/>
              <a:buFont typeface="Raleway"/>
              <a:buNone/>
              <a:defRPr b="1" sz="4000">
                <a:latin typeface="Raleway"/>
                <a:ea typeface="Raleway"/>
                <a:cs typeface="Raleway"/>
                <a:sym typeface="Raleway"/>
              </a:defRPr>
            </a:lvl8pPr>
            <a:lvl9pPr lvl="8" rtl="0" algn="ctr">
              <a:spcBef>
                <a:spcPts val="0"/>
              </a:spcBef>
              <a:spcAft>
                <a:spcPts val="0"/>
              </a:spcAft>
              <a:buSzPts val="4000"/>
              <a:buFont typeface="Raleway"/>
              <a:buNone/>
              <a:defRPr b="1" sz="4000">
                <a:latin typeface="Raleway"/>
                <a:ea typeface="Raleway"/>
                <a:cs typeface="Raleway"/>
                <a:sym typeface="Raleway"/>
              </a:defRPr>
            </a:lvl9pPr>
          </a:lstStyle>
          <a:p>
            <a:r>
              <a:t>xx%</a:t>
            </a:r>
          </a:p>
        </p:txBody>
      </p:sp>
      <p:sp>
        <p:nvSpPr>
          <p:cNvPr id="108" name="Google Shape;108;p14"/>
          <p:cNvSpPr/>
          <p:nvPr/>
        </p:nvSpPr>
        <p:spPr>
          <a:xfrm>
            <a:off x="-280465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713950" y="-760825"/>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s">
  <p:cSld name="CUSTOM_4">
    <p:spTree>
      <p:nvGrpSpPr>
        <p:cNvPr id="110" name="Shape 110"/>
        <p:cNvGrpSpPr/>
        <p:nvPr/>
      </p:nvGrpSpPr>
      <p:grpSpPr>
        <a:xfrm>
          <a:off x="0" y="0"/>
          <a:ext cx="0" cy="0"/>
          <a:chOff x="0" y="0"/>
          <a:chExt cx="0" cy="0"/>
        </a:xfrm>
      </p:grpSpPr>
      <p:sp>
        <p:nvSpPr>
          <p:cNvPr id="111" name="Google Shape;111;p15"/>
          <p:cNvSpPr txBox="1"/>
          <p:nvPr>
            <p:ph hasCustomPrompt="1" type="title"/>
          </p:nvPr>
        </p:nvSpPr>
        <p:spPr>
          <a:xfrm>
            <a:off x="2133450" y="3457725"/>
            <a:ext cx="4877100" cy="84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2" name="Google Shape;112;p15"/>
          <p:cNvSpPr txBox="1"/>
          <p:nvPr>
            <p:ph idx="1" type="subTitle"/>
          </p:nvPr>
        </p:nvSpPr>
        <p:spPr>
          <a:xfrm>
            <a:off x="2133450" y="4253700"/>
            <a:ext cx="4877100" cy="349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13" name="Google Shape;113;p15"/>
          <p:cNvSpPr txBox="1"/>
          <p:nvPr>
            <p:ph hasCustomPrompt="1" idx="2" type="title"/>
          </p:nvPr>
        </p:nvSpPr>
        <p:spPr>
          <a:xfrm>
            <a:off x="2133450" y="524700"/>
            <a:ext cx="4877100" cy="84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4" name="Google Shape;114;p15"/>
          <p:cNvSpPr txBox="1"/>
          <p:nvPr>
            <p:ph idx="3" type="subTitle"/>
          </p:nvPr>
        </p:nvSpPr>
        <p:spPr>
          <a:xfrm>
            <a:off x="2133450" y="1320675"/>
            <a:ext cx="4877100" cy="349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15" name="Google Shape;115;p15"/>
          <p:cNvSpPr txBox="1"/>
          <p:nvPr>
            <p:ph hasCustomPrompt="1" idx="4" type="title"/>
          </p:nvPr>
        </p:nvSpPr>
        <p:spPr>
          <a:xfrm>
            <a:off x="2133450" y="1991200"/>
            <a:ext cx="4877100" cy="84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6" name="Google Shape;116;p15"/>
          <p:cNvSpPr txBox="1"/>
          <p:nvPr>
            <p:ph idx="5" type="subTitle"/>
          </p:nvPr>
        </p:nvSpPr>
        <p:spPr>
          <a:xfrm>
            <a:off x="2133450" y="2787175"/>
            <a:ext cx="4877100" cy="349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17" name="Google Shape;117;p15"/>
          <p:cNvSpPr/>
          <p:nvPr/>
        </p:nvSpPr>
        <p:spPr>
          <a:xfrm flipH="1">
            <a:off x="7582500" y="1700450"/>
            <a:ext cx="1561500" cy="35127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119" name="Google Shape;119;p15"/>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120" name="Google Shape;120;p15"/>
          <p:cNvSpPr/>
          <p:nvPr/>
        </p:nvSpPr>
        <p:spPr>
          <a:xfrm>
            <a:off x="7512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s 1">
  <p:cSld name="CUSTOM_4_1">
    <p:spTree>
      <p:nvGrpSpPr>
        <p:cNvPr id="121" name="Shape 121"/>
        <p:cNvGrpSpPr/>
        <p:nvPr/>
      </p:nvGrpSpPr>
      <p:grpSpPr>
        <a:xfrm>
          <a:off x="0" y="0"/>
          <a:ext cx="0" cy="0"/>
          <a:chOff x="0" y="0"/>
          <a:chExt cx="0" cy="0"/>
        </a:xfrm>
      </p:grpSpPr>
      <p:sp>
        <p:nvSpPr>
          <p:cNvPr id="122" name="Google Shape;122;p16"/>
          <p:cNvSpPr txBox="1"/>
          <p:nvPr>
            <p:ph hasCustomPrompt="1" type="title"/>
          </p:nvPr>
        </p:nvSpPr>
        <p:spPr>
          <a:xfrm>
            <a:off x="713925" y="1321225"/>
            <a:ext cx="22962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Font typeface="Raleway Black"/>
              <a:buNone/>
              <a:defRPr b="0" sz="3500">
                <a:latin typeface="Raleway Black"/>
                <a:ea typeface="Raleway Black"/>
                <a:cs typeface="Raleway Black"/>
                <a:sym typeface="Raleway Black"/>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23" name="Google Shape;123;p16"/>
          <p:cNvSpPr txBox="1"/>
          <p:nvPr>
            <p:ph idx="2"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4" name="Google Shape;124;p16"/>
          <p:cNvSpPr txBox="1"/>
          <p:nvPr>
            <p:ph idx="1" type="subTitle"/>
          </p:nvPr>
        </p:nvSpPr>
        <p:spPr>
          <a:xfrm>
            <a:off x="713913" y="3889500"/>
            <a:ext cx="22962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5" name="Google Shape;125;p16"/>
          <p:cNvSpPr txBox="1"/>
          <p:nvPr>
            <p:ph idx="3" type="title"/>
          </p:nvPr>
        </p:nvSpPr>
        <p:spPr>
          <a:xfrm>
            <a:off x="713975" y="3466825"/>
            <a:ext cx="2296200" cy="47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6" name="Google Shape;126;p16"/>
          <p:cNvSpPr txBox="1"/>
          <p:nvPr>
            <p:ph hasCustomPrompt="1" idx="4" type="title"/>
          </p:nvPr>
        </p:nvSpPr>
        <p:spPr>
          <a:xfrm>
            <a:off x="6140850" y="1321225"/>
            <a:ext cx="22962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Font typeface="Raleway Black"/>
              <a:buNone/>
              <a:defRPr b="0" sz="3500">
                <a:latin typeface="Raleway Black"/>
                <a:ea typeface="Raleway Black"/>
                <a:cs typeface="Raleway Black"/>
                <a:sym typeface="Raleway Black"/>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27" name="Google Shape;127;p16"/>
          <p:cNvSpPr txBox="1"/>
          <p:nvPr>
            <p:ph idx="5" type="subTitle"/>
          </p:nvPr>
        </p:nvSpPr>
        <p:spPr>
          <a:xfrm>
            <a:off x="6140838" y="3889500"/>
            <a:ext cx="22962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 name="Google Shape;128;p16"/>
          <p:cNvSpPr txBox="1"/>
          <p:nvPr>
            <p:ph idx="6" type="title"/>
          </p:nvPr>
        </p:nvSpPr>
        <p:spPr>
          <a:xfrm>
            <a:off x="6140900" y="3466825"/>
            <a:ext cx="2296200" cy="47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9" name="Google Shape;129;p16"/>
          <p:cNvSpPr txBox="1"/>
          <p:nvPr>
            <p:ph hasCustomPrompt="1" idx="7" type="title"/>
          </p:nvPr>
        </p:nvSpPr>
        <p:spPr>
          <a:xfrm>
            <a:off x="3427413" y="1321225"/>
            <a:ext cx="2296200" cy="478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Font typeface="Raleway Black"/>
              <a:buNone/>
              <a:defRPr b="0" sz="3500">
                <a:latin typeface="Raleway Black"/>
                <a:ea typeface="Raleway Black"/>
                <a:cs typeface="Raleway Black"/>
                <a:sym typeface="Raleway Black"/>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30" name="Google Shape;130;p16"/>
          <p:cNvSpPr txBox="1"/>
          <p:nvPr>
            <p:ph idx="8" type="subTitle"/>
          </p:nvPr>
        </p:nvSpPr>
        <p:spPr>
          <a:xfrm>
            <a:off x="3427400" y="3889500"/>
            <a:ext cx="22962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1" name="Google Shape;131;p16"/>
          <p:cNvSpPr txBox="1"/>
          <p:nvPr>
            <p:ph idx="9" type="title"/>
          </p:nvPr>
        </p:nvSpPr>
        <p:spPr>
          <a:xfrm>
            <a:off x="3427463" y="3466825"/>
            <a:ext cx="2296200" cy="47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32" name="Google Shape;132;p16"/>
          <p:cNvSpPr/>
          <p:nvPr/>
        </p:nvSpPr>
        <p:spPr>
          <a:xfrm flipH="1">
            <a:off x="8384100" y="3882200"/>
            <a:ext cx="759900" cy="1330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8108832" y="4062307"/>
            <a:ext cx="950729" cy="1104502"/>
          </a:xfrm>
          <a:custGeom>
            <a:rect b="b" l="l" r="r" t="t"/>
            <a:pathLst>
              <a:path extrusionOk="0" h="27955" w="24063">
                <a:moveTo>
                  <a:pt x="13663" y="1"/>
                </a:moveTo>
                <a:lnTo>
                  <a:pt x="0" y="27955"/>
                </a:lnTo>
                <a:lnTo>
                  <a:pt x="10420" y="27955"/>
                </a:lnTo>
                <a:lnTo>
                  <a:pt x="2406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a:off x="8460152" y="3384440"/>
            <a:ext cx="1129314" cy="1465742"/>
          </a:xfrm>
          <a:custGeom>
            <a:rect b="b" l="l" r="r" t="t"/>
            <a:pathLst>
              <a:path extrusionOk="0" h="37098" w="28583">
                <a:moveTo>
                  <a:pt x="18162" y="0"/>
                </a:moveTo>
                <a:lnTo>
                  <a:pt x="13685" y="9144"/>
                </a:lnTo>
                <a:lnTo>
                  <a:pt x="1" y="37098"/>
                </a:lnTo>
                <a:lnTo>
                  <a:pt x="10420" y="37098"/>
                </a:lnTo>
                <a:lnTo>
                  <a:pt x="2858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flipH="1" rot="10800000">
            <a:off x="-479825" y="-457200"/>
            <a:ext cx="1313700" cy="2724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a:off x="-479825" y="-57992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 name="Google Shape;137;p16"/>
          <p:cNvGrpSpPr/>
          <p:nvPr/>
        </p:nvGrpSpPr>
        <p:grpSpPr>
          <a:xfrm rot="5400000">
            <a:off x="8779416" y="427089"/>
            <a:ext cx="431895" cy="1356369"/>
            <a:chOff x="6385425" y="1587603"/>
            <a:chExt cx="763200" cy="2396836"/>
          </a:xfrm>
        </p:grpSpPr>
        <p:sp>
          <p:nvSpPr>
            <p:cNvPr id="138" name="Google Shape;138;p16"/>
            <p:cNvSpPr/>
            <p:nvPr/>
          </p:nvSpPr>
          <p:spPr>
            <a:xfrm rot="2700000">
              <a:off x="6497193" y="1699372"/>
              <a:ext cx="539664" cy="539664"/>
            </a:xfrm>
            <a:prstGeom prst="plus">
              <a:avLst>
                <a:gd fmla="val 3129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rot="2700000">
              <a:off x="6497193" y="2516182"/>
              <a:ext cx="539664" cy="539664"/>
            </a:xfrm>
            <a:prstGeom prst="plus">
              <a:avLst>
                <a:gd fmla="val 3129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rot="2700000">
              <a:off x="6497193" y="3333007"/>
              <a:ext cx="539664" cy="539664"/>
            </a:xfrm>
            <a:prstGeom prst="plus">
              <a:avLst>
                <a:gd fmla="val 3129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16"/>
          <p:cNvGrpSpPr/>
          <p:nvPr/>
        </p:nvGrpSpPr>
        <p:grpSpPr>
          <a:xfrm>
            <a:off x="-463762" y="3145863"/>
            <a:ext cx="1281575" cy="238575"/>
            <a:chOff x="1256325" y="2604375"/>
            <a:chExt cx="1281575" cy="238575"/>
          </a:xfrm>
        </p:grpSpPr>
        <p:sp>
          <p:nvSpPr>
            <p:cNvPr id="142" name="Google Shape;142;p16"/>
            <p:cNvSpPr/>
            <p:nvPr/>
          </p:nvSpPr>
          <p:spPr>
            <a:xfrm>
              <a:off x="1256325" y="2604375"/>
              <a:ext cx="285100" cy="238575"/>
            </a:xfrm>
            <a:custGeom>
              <a:rect b="b" l="l" r="r" t="t"/>
              <a:pathLst>
                <a:path extrusionOk="0" h="9543" w="11404">
                  <a:moveTo>
                    <a:pt x="9562" y="1"/>
                  </a:moveTo>
                  <a:lnTo>
                    <a:pt x="0"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6"/>
            <p:cNvSpPr/>
            <p:nvPr/>
          </p:nvSpPr>
          <p:spPr>
            <a:xfrm>
              <a:off x="1398600" y="2604375"/>
              <a:ext cx="284575" cy="238575"/>
            </a:xfrm>
            <a:custGeom>
              <a:rect b="b" l="l" r="r" t="t"/>
              <a:pathLst>
                <a:path extrusionOk="0" h="9543" w="11383">
                  <a:moveTo>
                    <a:pt x="9563" y="1"/>
                  </a:moveTo>
                  <a:lnTo>
                    <a:pt x="0" y="9542"/>
                  </a:lnTo>
                  <a:lnTo>
                    <a:pt x="1842"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1541400"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p:nvPr/>
          </p:nvSpPr>
          <p:spPr>
            <a:xfrm>
              <a:off x="1683150" y="2604375"/>
              <a:ext cx="285125" cy="238575"/>
            </a:xfrm>
            <a:custGeom>
              <a:rect b="b" l="l" r="r" t="t"/>
              <a:pathLst>
                <a:path extrusionOk="0" h="9543" w="11405">
                  <a:moveTo>
                    <a:pt x="9584" y="1"/>
                  </a:moveTo>
                  <a:lnTo>
                    <a:pt x="1" y="9542"/>
                  </a:lnTo>
                  <a:lnTo>
                    <a:pt x="1842"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1825950" y="2604375"/>
              <a:ext cx="285125" cy="238575"/>
            </a:xfrm>
            <a:custGeom>
              <a:rect b="b" l="l" r="r" t="t"/>
              <a:pathLst>
                <a:path extrusionOk="0" h="9543" w="11405">
                  <a:moveTo>
                    <a:pt x="9563" y="1"/>
                  </a:moveTo>
                  <a:lnTo>
                    <a:pt x="1"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6"/>
            <p:cNvSpPr/>
            <p:nvPr/>
          </p:nvSpPr>
          <p:spPr>
            <a:xfrm>
              <a:off x="1968250" y="2604375"/>
              <a:ext cx="285100" cy="238575"/>
            </a:xfrm>
            <a:custGeom>
              <a:rect b="b" l="l" r="r" t="t"/>
              <a:pathLst>
                <a:path extrusionOk="0" h="9543" w="11404">
                  <a:moveTo>
                    <a:pt x="9583" y="1"/>
                  </a:moveTo>
                  <a:lnTo>
                    <a:pt x="0" y="9542"/>
                  </a:lnTo>
                  <a:lnTo>
                    <a:pt x="184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2111050" y="2604375"/>
              <a:ext cx="284050" cy="238575"/>
            </a:xfrm>
            <a:custGeom>
              <a:rect b="b" l="l" r="r" t="t"/>
              <a:pathLst>
                <a:path extrusionOk="0" h="9543" w="11362">
                  <a:moveTo>
                    <a:pt x="9562" y="1"/>
                  </a:moveTo>
                  <a:lnTo>
                    <a:pt x="0" y="9542"/>
                  </a:lnTo>
                  <a:lnTo>
                    <a:pt x="1821" y="9542"/>
                  </a:lnTo>
                  <a:lnTo>
                    <a:pt x="1136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
            <p:cNvSpPr/>
            <p:nvPr/>
          </p:nvSpPr>
          <p:spPr>
            <a:xfrm>
              <a:off x="2253325"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50" name="Shape 150"/>
        <p:cNvGrpSpPr/>
        <p:nvPr/>
      </p:nvGrpSpPr>
      <p:grpSpPr>
        <a:xfrm>
          <a:off x="0" y="0"/>
          <a:ext cx="0" cy="0"/>
          <a:chOff x="0" y="0"/>
          <a:chExt cx="0" cy="0"/>
        </a:xfrm>
      </p:grpSpPr>
      <p:sp>
        <p:nvSpPr>
          <p:cNvPr id="151" name="Google Shape;151;p17"/>
          <p:cNvSpPr txBox="1"/>
          <p:nvPr>
            <p:ph idx="1" type="subTitle"/>
          </p:nvPr>
        </p:nvSpPr>
        <p:spPr>
          <a:xfrm>
            <a:off x="2427750" y="1493000"/>
            <a:ext cx="4288500" cy="16014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1400"/>
              <a:buNone/>
              <a:defRPr sz="25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2" name="Google Shape;152;p17"/>
          <p:cNvSpPr txBox="1"/>
          <p:nvPr>
            <p:ph type="title"/>
          </p:nvPr>
        </p:nvSpPr>
        <p:spPr>
          <a:xfrm>
            <a:off x="2427757" y="3172300"/>
            <a:ext cx="4288500" cy="478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3" name="Google Shape;153;p17"/>
          <p:cNvSpPr/>
          <p:nvPr/>
        </p:nvSpPr>
        <p:spPr>
          <a:xfrm>
            <a:off x="-29109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
          <p:cNvSpPr/>
          <p:nvPr/>
        </p:nvSpPr>
        <p:spPr>
          <a:xfrm>
            <a:off x="-540787" y="-59400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
          <p:cNvSpPr/>
          <p:nvPr/>
        </p:nvSpPr>
        <p:spPr>
          <a:xfrm>
            <a:off x="-575600" y="101565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p:nvPr/>
        </p:nvSpPr>
        <p:spPr>
          <a:xfrm flipH="1">
            <a:off x="7582500" y="1700450"/>
            <a:ext cx="1561500" cy="35127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7"/>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158" name="Google Shape;158;p17"/>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159" name="Google Shape;159;p17"/>
          <p:cNvSpPr/>
          <p:nvPr/>
        </p:nvSpPr>
        <p:spPr>
          <a:xfrm>
            <a:off x="7512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60" name="Shape 160"/>
        <p:cNvGrpSpPr/>
        <p:nvPr/>
      </p:nvGrpSpPr>
      <p:grpSpPr>
        <a:xfrm>
          <a:off x="0" y="0"/>
          <a:ext cx="0" cy="0"/>
          <a:chOff x="0" y="0"/>
          <a:chExt cx="0" cy="0"/>
        </a:xfrm>
      </p:grpSpPr>
      <p:sp>
        <p:nvSpPr>
          <p:cNvPr id="161" name="Google Shape;161;p18"/>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2" name="Google Shape;162;p18"/>
          <p:cNvSpPr txBox="1"/>
          <p:nvPr>
            <p:ph idx="2" type="title"/>
          </p:nvPr>
        </p:nvSpPr>
        <p:spPr>
          <a:xfrm>
            <a:off x="3586900" y="1994250"/>
            <a:ext cx="1970100" cy="82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Font typeface="Raleway SemiBold"/>
              <a:buNone/>
              <a:defRPr sz="25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163" name="Google Shape;163;p18"/>
          <p:cNvSpPr txBox="1"/>
          <p:nvPr>
            <p:ph hasCustomPrompt="1" idx="3" type="title"/>
          </p:nvPr>
        </p:nvSpPr>
        <p:spPr>
          <a:xfrm>
            <a:off x="4192000" y="1569625"/>
            <a:ext cx="759900" cy="359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500"/>
              <a:buNone/>
              <a:defRPr b="0" sz="2400">
                <a:solidFill>
                  <a:schemeClr val="accent2"/>
                </a:solidFill>
                <a:latin typeface="Raleway SemiBold"/>
                <a:ea typeface="Raleway SemiBold"/>
                <a:cs typeface="Raleway SemiBold"/>
                <a:sym typeface="Raleway SemiBold"/>
              </a:defRPr>
            </a:lvl1pPr>
            <a:lvl2pPr lvl="1" rtl="0" algn="ctr">
              <a:spcBef>
                <a:spcPts val="0"/>
              </a:spcBef>
              <a:spcAft>
                <a:spcPts val="0"/>
              </a:spcAft>
              <a:buSzPts val="2500"/>
              <a:buFont typeface="Raleway"/>
              <a:buNone/>
              <a:defRPr b="1" sz="2500">
                <a:latin typeface="Raleway"/>
                <a:ea typeface="Raleway"/>
                <a:cs typeface="Raleway"/>
                <a:sym typeface="Raleway"/>
              </a:defRPr>
            </a:lvl2pPr>
            <a:lvl3pPr lvl="2" rtl="0" algn="ctr">
              <a:spcBef>
                <a:spcPts val="0"/>
              </a:spcBef>
              <a:spcAft>
                <a:spcPts val="0"/>
              </a:spcAft>
              <a:buSzPts val="2500"/>
              <a:buFont typeface="Raleway"/>
              <a:buNone/>
              <a:defRPr b="1" sz="2500">
                <a:latin typeface="Raleway"/>
                <a:ea typeface="Raleway"/>
                <a:cs typeface="Raleway"/>
                <a:sym typeface="Raleway"/>
              </a:defRPr>
            </a:lvl3pPr>
            <a:lvl4pPr lvl="3" rtl="0" algn="ctr">
              <a:spcBef>
                <a:spcPts val="0"/>
              </a:spcBef>
              <a:spcAft>
                <a:spcPts val="0"/>
              </a:spcAft>
              <a:buSzPts val="2500"/>
              <a:buFont typeface="Raleway"/>
              <a:buNone/>
              <a:defRPr b="1" sz="2500">
                <a:latin typeface="Raleway"/>
                <a:ea typeface="Raleway"/>
                <a:cs typeface="Raleway"/>
                <a:sym typeface="Raleway"/>
              </a:defRPr>
            </a:lvl4pPr>
            <a:lvl5pPr lvl="4" rtl="0" algn="ctr">
              <a:spcBef>
                <a:spcPts val="0"/>
              </a:spcBef>
              <a:spcAft>
                <a:spcPts val="0"/>
              </a:spcAft>
              <a:buSzPts val="2500"/>
              <a:buFont typeface="Raleway"/>
              <a:buNone/>
              <a:defRPr b="1" sz="2500">
                <a:latin typeface="Raleway"/>
                <a:ea typeface="Raleway"/>
                <a:cs typeface="Raleway"/>
                <a:sym typeface="Raleway"/>
              </a:defRPr>
            </a:lvl5pPr>
            <a:lvl6pPr lvl="5" rtl="0" algn="ctr">
              <a:spcBef>
                <a:spcPts val="0"/>
              </a:spcBef>
              <a:spcAft>
                <a:spcPts val="0"/>
              </a:spcAft>
              <a:buSzPts val="2500"/>
              <a:buFont typeface="Raleway"/>
              <a:buNone/>
              <a:defRPr b="1" sz="2500">
                <a:latin typeface="Raleway"/>
                <a:ea typeface="Raleway"/>
                <a:cs typeface="Raleway"/>
                <a:sym typeface="Raleway"/>
              </a:defRPr>
            </a:lvl6pPr>
            <a:lvl7pPr lvl="6" rtl="0" algn="ctr">
              <a:spcBef>
                <a:spcPts val="0"/>
              </a:spcBef>
              <a:spcAft>
                <a:spcPts val="0"/>
              </a:spcAft>
              <a:buSzPts val="2500"/>
              <a:buFont typeface="Raleway"/>
              <a:buNone/>
              <a:defRPr b="1" sz="2500">
                <a:latin typeface="Raleway"/>
                <a:ea typeface="Raleway"/>
                <a:cs typeface="Raleway"/>
                <a:sym typeface="Raleway"/>
              </a:defRPr>
            </a:lvl7pPr>
            <a:lvl8pPr lvl="7" rtl="0" algn="ctr">
              <a:spcBef>
                <a:spcPts val="0"/>
              </a:spcBef>
              <a:spcAft>
                <a:spcPts val="0"/>
              </a:spcAft>
              <a:buSzPts val="2500"/>
              <a:buFont typeface="Raleway"/>
              <a:buNone/>
              <a:defRPr b="1" sz="2500">
                <a:latin typeface="Raleway"/>
                <a:ea typeface="Raleway"/>
                <a:cs typeface="Raleway"/>
                <a:sym typeface="Raleway"/>
              </a:defRPr>
            </a:lvl8pPr>
            <a:lvl9pPr lvl="8" rtl="0" algn="ctr">
              <a:spcBef>
                <a:spcPts val="0"/>
              </a:spcBef>
              <a:spcAft>
                <a:spcPts val="0"/>
              </a:spcAft>
              <a:buSzPts val="2500"/>
              <a:buFont typeface="Raleway"/>
              <a:buNone/>
              <a:defRPr b="1" sz="2500">
                <a:latin typeface="Raleway"/>
                <a:ea typeface="Raleway"/>
                <a:cs typeface="Raleway"/>
                <a:sym typeface="Raleway"/>
              </a:defRPr>
            </a:lvl9pPr>
          </a:lstStyle>
          <a:p>
            <a:r>
              <a:t>xx%</a:t>
            </a:r>
          </a:p>
        </p:txBody>
      </p:sp>
      <p:sp>
        <p:nvSpPr>
          <p:cNvPr id="164" name="Google Shape;164;p18"/>
          <p:cNvSpPr txBox="1"/>
          <p:nvPr>
            <p:ph idx="4" type="title"/>
          </p:nvPr>
        </p:nvSpPr>
        <p:spPr>
          <a:xfrm>
            <a:off x="5827750" y="1994250"/>
            <a:ext cx="1970100" cy="82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Font typeface="Raleway SemiBold"/>
              <a:buNone/>
              <a:defRPr sz="25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165" name="Google Shape;165;p18"/>
          <p:cNvSpPr txBox="1"/>
          <p:nvPr>
            <p:ph hasCustomPrompt="1" idx="5" type="title"/>
          </p:nvPr>
        </p:nvSpPr>
        <p:spPr>
          <a:xfrm>
            <a:off x="6432850" y="1569625"/>
            <a:ext cx="759900" cy="359700"/>
          </a:xfrm>
          <a:prstGeom prst="rect">
            <a:avLst/>
          </a:prstGeom>
          <a:solidFill>
            <a:schemeClr val="accent1"/>
          </a:solidFill>
        </p:spPr>
        <p:txBody>
          <a:bodyPr anchorCtr="0" anchor="ctr" bIns="91425" lIns="91425" spcFirstLastPara="1" rIns="91425" wrap="square" tIns="91425">
            <a:noAutofit/>
          </a:bodyPr>
          <a:lstStyle>
            <a:lvl1pPr lvl="0" rtl="0" algn="ctr">
              <a:spcBef>
                <a:spcPts val="0"/>
              </a:spcBef>
              <a:spcAft>
                <a:spcPts val="0"/>
              </a:spcAft>
              <a:buSzPts val="2500"/>
              <a:buNone/>
              <a:defRPr b="0" sz="2400">
                <a:solidFill>
                  <a:schemeClr val="accent2"/>
                </a:solidFill>
                <a:latin typeface="Raleway SemiBold"/>
                <a:ea typeface="Raleway SemiBold"/>
                <a:cs typeface="Raleway SemiBold"/>
                <a:sym typeface="Raleway SemiBold"/>
              </a:defRPr>
            </a:lvl1pPr>
            <a:lvl2pPr lvl="1" rtl="0" algn="ctr">
              <a:spcBef>
                <a:spcPts val="0"/>
              </a:spcBef>
              <a:spcAft>
                <a:spcPts val="0"/>
              </a:spcAft>
              <a:buSzPts val="2500"/>
              <a:buFont typeface="Raleway"/>
              <a:buNone/>
              <a:defRPr b="1" sz="2500">
                <a:latin typeface="Raleway"/>
                <a:ea typeface="Raleway"/>
                <a:cs typeface="Raleway"/>
                <a:sym typeface="Raleway"/>
              </a:defRPr>
            </a:lvl2pPr>
            <a:lvl3pPr lvl="2" rtl="0" algn="ctr">
              <a:spcBef>
                <a:spcPts val="0"/>
              </a:spcBef>
              <a:spcAft>
                <a:spcPts val="0"/>
              </a:spcAft>
              <a:buSzPts val="2500"/>
              <a:buFont typeface="Raleway"/>
              <a:buNone/>
              <a:defRPr b="1" sz="2500">
                <a:latin typeface="Raleway"/>
                <a:ea typeface="Raleway"/>
                <a:cs typeface="Raleway"/>
                <a:sym typeface="Raleway"/>
              </a:defRPr>
            </a:lvl3pPr>
            <a:lvl4pPr lvl="3" rtl="0" algn="ctr">
              <a:spcBef>
                <a:spcPts val="0"/>
              </a:spcBef>
              <a:spcAft>
                <a:spcPts val="0"/>
              </a:spcAft>
              <a:buSzPts val="2500"/>
              <a:buFont typeface="Raleway"/>
              <a:buNone/>
              <a:defRPr b="1" sz="2500">
                <a:latin typeface="Raleway"/>
                <a:ea typeface="Raleway"/>
                <a:cs typeface="Raleway"/>
                <a:sym typeface="Raleway"/>
              </a:defRPr>
            </a:lvl4pPr>
            <a:lvl5pPr lvl="4" rtl="0" algn="ctr">
              <a:spcBef>
                <a:spcPts val="0"/>
              </a:spcBef>
              <a:spcAft>
                <a:spcPts val="0"/>
              </a:spcAft>
              <a:buSzPts val="2500"/>
              <a:buFont typeface="Raleway"/>
              <a:buNone/>
              <a:defRPr b="1" sz="2500">
                <a:latin typeface="Raleway"/>
                <a:ea typeface="Raleway"/>
                <a:cs typeface="Raleway"/>
                <a:sym typeface="Raleway"/>
              </a:defRPr>
            </a:lvl5pPr>
            <a:lvl6pPr lvl="5" rtl="0" algn="ctr">
              <a:spcBef>
                <a:spcPts val="0"/>
              </a:spcBef>
              <a:spcAft>
                <a:spcPts val="0"/>
              </a:spcAft>
              <a:buSzPts val="2500"/>
              <a:buFont typeface="Raleway"/>
              <a:buNone/>
              <a:defRPr b="1" sz="2500">
                <a:latin typeface="Raleway"/>
                <a:ea typeface="Raleway"/>
                <a:cs typeface="Raleway"/>
                <a:sym typeface="Raleway"/>
              </a:defRPr>
            </a:lvl6pPr>
            <a:lvl7pPr lvl="6" rtl="0" algn="ctr">
              <a:spcBef>
                <a:spcPts val="0"/>
              </a:spcBef>
              <a:spcAft>
                <a:spcPts val="0"/>
              </a:spcAft>
              <a:buSzPts val="2500"/>
              <a:buFont typeface="Raleway"/>
              <a:buNone/>
              <a:defRPr b="1" sz="2500">
                <a:latin typeface="Raleway"/>
                <a:ea typeface="Raleway"/>
                <a:cs typeface="Raleway"/>
                <a:sym typeface="Raleway"/>
              </a:defRPr>
            </a:lvl7pPr>
            <a:lvl8pPr lvl="7" rtl="0" algn="ctr">
              <a:spcBef>
                <a:spcPts val="0"/>
              </a:spcBef>
              <a:spcAft>
                <a:spcPts val="0"/>
              </a:spcAft>
              <a:buSzPts val="2500"/>
              <a:buFont typeface="Raleway"/>
              <a:buNone/>
              <a:defRPr b="1" sz="2500">
                <a:latin typeface="Raleway"/>
                <a:ea typeface="Raleway"/>
                <a:cs typeface="Raleway"/>
                <a:sym typeface="Raleway"/>
              </a:defRPr>
            </a:lvl8pPr>
            <a:lvl9pPr lvl="8" rtl="0" algn="ctr">
              <a:spcBef>
                <a:spcPts val="0"/>
              </a:spcBef>
              <a:spcAft>
                <a:spcPts val="0"/>
              </a:spcAft>
              <a:buSzPts val="2500"/>
              <a:buFont typeface="Raleway"/>
              <a:buNone/>
              <a:defRPr b="1" sz="2500">
                <a:latin typeface="Raleway"/>
                <a:ea typeface="Raleway"/>
                <a:cs typeface="Raleway"/>
                <a:sym typeface="Raleway"/>
              </a:defRPr>
            </a:lvl9pPr>
          </a:lstStyle>
          <a:p>
            <a:r>
              <a:t>xx%</a:t>
            </a:r>
          </a:p>
        </p:txBody>
      </p:sp>
      <p:sp>
        <p:nvSpPr>
          <p:cNvPr id="166" name="Google Shape;166;p18"/>
          <p:cNvSpPr txBox="1"/>
          <p:nvPr>
            <p:ph idx="6" type="title"/>
          </p:nvPr>
        </p:nvSpPr>
        <p:spPr>
          <a:xfrm>
            <a:off x="1346050" y="1994250"/>
            <a:ext cx="1970100" cy="82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Font typeface="Raleway SemiBold"/>
              <a:buNone/>
              <a:defRPr sz="25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167" name="Google Shape;167;p18"/>
          <p:cNvSpPr txBox="1"/>
          <p:nvPr>
            <p:ph hasCustomPrompt="1" idx="7" type="title"/>
          </p:nvPr>
        </p:nvSpPr>
        <p:spPr>
          <a:xfrm>
            <a:off x="1951150" y="1569625"/>
            <a:ext cx="759900" cy="359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500"/>
              <a:buNone/>
              <a:defRPr b="0" sz="2400">
                <a:solidFill>
                  <a:schemeClr val="accent2"/>
                </a:solidFill>
                <a:latin typeface="Raleway SemiBold"/>
                <a:ea typeface="Raleway SemiBold"/>
                <a:cs typeface="Raleway SemiBold"/>
                <a:sym typeface="Raleway SemiBold"/>
              </a:defRPr>
            </a:lvl1pPr>
            <a:lvl2pPr lvl="1" rtl="0" algn="ctr">
              <a:spcBef>
                <a:spcPts val="0"/>
              </a:spcBef>
              <a:spcAft>
                <a:spcPts val="0"/>
              </a:spcAft>
              <a:buSzPts val="2500"/>
              <a:buFont typeface="Raleway"/>
              <a:buNone/>
              <a:defRPr b="1" sz="2500">
                <a:latin typeface="Raleway"/>
                <a:ea typeface="Raleway"/>
                <a:cs typeface="Raleway"/>
                <a:sym typeface="Raleway"/>
              </a:defRPr>
            </a:lvl2pPr>
            <a:lvl3pPr lvl="2" rtl="0" algn="ctr">
              <a:spcBef>
                <a:spcPts val="0"/>
              </a:spcBef>
              <a:spcAft>
                <a:spcPts val="0"/>
              </a:spcAft>
              <a:buSzPts val="2500"/>
              <a:buFont typeface="Raleway"/>
              <a:buNone/>
              <a:defRPr b="1" sz="2500">
                <a:latin typeface="Raleway"/>
                <a:ea typeface="Raleway"/>
                <a:cs typeface="Raleway"/>
                <a:sym typeface="Raleway"/>
              </a:defRPr>
            </a:lvl3pPr>
            <a:lvl4pPr lvl="3" rtl="0" algn="ctr">
              <a:spcBef>
                <a:spcPts val="0"/>
              </a:spcBef>
              <a:spcAft>
                <a:spcPts val="0"/>
              </a:spcAft>
              <a:buSzPts val="2500"/>
              <a:buFont typeface="Raleway"/>
              <a:buNone/>
              <a:defRPr b="1" sz="2500">
                <a:latin typeface="Raleway"/>
                <a:ea typeface="Raleway"/>
                <a:cs typeface="Raleway"/>
                <a:sym typeface="Raleway"/>
              </a:defRPr>
            </a:lvl4pPr>
            <a:lvl5pPr lvl="4" rtl="0" algn="ctr">
              <a:spcBef>
                <a:spcPts val="0"/>
              </a:spcBef>
              <a:spcAft>
                <a:spcPts val="0"/>
              </a:spcAft>
              <a:buSzPts val="2500"/>
              <a:buFont typeface="Raleway"/>
              <a:buNone/>
              <a:defRPr b="1" sz="2500">
                <a:latin typeface="Raleway"/>
                <a:ea typeface="Raleway"/>
                <a:cs typeface="Raleway"/>
                <a:sym typeface="Raleway"/>
              </a:defRPr>
            </a:lvl5pPr>
            <a:lvl6pPr lvl="5" rtl="0" algn="ctr">
              <a:spcBef>
                <a:spcPts val="0"/>
              </a:spcBef>
              <a:spcAft>
                <a:spcPts val="0"/>
              </a:spcAft>
              <a:buSzPts val="2500"/>
              <a:buFont typeface="Raleway"/>
              <a:buNone/>
              <a:defRPr b="1" sz="2500">
                <a:latin typeface="Raleway"/>
                <a:ea typeface="Raleway"/>
                <a:cs typeface="Raleway"/>
                <a:sym typeface="Raleway"/>
              </a:defRPr>
            </a:lvl6pPr>
            <a:lvl7pPr lvl="6" rtl="0" algn="ctr">
              <a:spcBef>
                <a:spcPts val="0"/>
              </a:spcBef>
              <a:spcAft>
                <a:spcPts val="0"/>
              </a:spcAft>
              <a:buSzPts val="2500"/>
              <a:buFont typeface="Raleway"/>
              <a:buNone/>
              <a:defRPr b="1" sz="2500">
                <a:latin typeface="Raleway"/>
                <a:ea typeface="Raleway"/>
                <a:cs typeface="Raleway"/>
                <a:sym typeface="Raleway"/>
              </a:defRPr>
            </a:lvl7pPr>
            <a:lvl8pPr lvl="7" rtl="0" algn="ctr">
              <a:spcBef>
                <a:spcPts val="0"/>
              </a:spcBef>
              <a:spcAft>
                <a:spcPts val="0"/>
              </a:spcAft>
              <a:buSzPts val="2500"/>
              <a:buFont typeface="Raleway"/>
              <a:buNone/>
              <a:defRPr b="1" sz="2500">
                <a:latin typeface="Raleway"/>
                <a:ea typeface="Raleway"/>
                <a:cs typeface="Raleway"/>
                <a:sym typeface="Raleway"/>
              </a:defRPr>
            </a:lvl8pPr>
            <a:lvl9pPr lvl="8" rtl="0" algn="ctr">
              <a:spcBef>
                <a:spcPts val="0"/>
              </a:spcBef>
              <a:spcAft>
                <a:spcPts val="0"/>
              </a:spcAft>
              <a:buSzPts val="2500"/>
              <a:buFont typeface="Raleway"/>
              <a:buNone/>
              <a:defRPr b="1" sz="2500">
                <a:latin typeface="Raleway"/>
                <a:ea typeface="Raleway"/>
                <a:cs typeface="Raleway"/>
                <a:sym typeface="Raleway"/>
              </a:defRPr>
            </a:lvl9pPr>
          </a:lstStyle>
          <a:p>
            <a:r>
              <a:t>xx%</a:t>
            </a:r>
          </a:p>
        </p:txBody>
      </p:sp>
      <p:sp>
        <p:nvSpPr>
          <p:cNvPr id="168" name="Google Shape;168;p18"/>
          <p:cNvSpPr txBox="1"/>
          <p:nvPr>
            <p:ph idx="8" type="title"/>
          </p:nvPr>
        </p:nvSpPr>
        <p:spPr>
          <a:xfrm>
            <a:off x="3586900" y="3767825"/>
            <a:ext cx="1970100" cy="82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Font typeface="Raleway SemiBold"/>
              <a:buNone/>
              <a:defRPr sz="25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169" name="Google Shape;169;p18"/>
          <p:cNvSpPr txBox="1"/>
          <p:nvPr>
            <p:ph hasCustomPrompt="1" idx="9" type="title"/>
          </p:nvPr>
        </p:nvSpPr>
        <p:spPr>
          <a:xfrm>
            <a:off x="4192000" y="3343200"/>
            <a:ext cx="759900" cy="359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500"/>
              <a:buNone/>
              <a:defRPr b="0" sz="2400">
                <a:solidFill>
                  <a:schemeClr val="accent2"/>
                </a:solidFill>
                <a:latin typeface="Raleway SemiBold"/>
                <a:ea typeface="Raleway SemiBold"/>
                <a:cs typeface="Raleway SemiBold"/>
                <a:sym typeface="Raleway SemiBold"/>
              </a:defRPr>
            </a:lvl1pPr>
            <a:lvl2pPr lvl="1" rtl="0" algn="ctr">
              <a:spcBef>
                <a:spcPts val="0"/>
              </a:spcBef>
              <a:spcAft>
                <a:spcPts val="0"/>
              </a:spcAft>
              <a:buSzPts val="2500"/>
              <a:buFont typeface="Raleway"/>
              <a:buNone/>
              <a:defRPr b="1" sz="2500">
                <a:latin typeface="Raleway"/>
                <a:ea typeface="Raleway"/>
                <a:cs typeface="Raleway"/>
                <a:sym typeface="Raleway"/>
              </a:defRPr>
            </a:lvl2pPr>
            <a:lvl3pPr lvl="2" rtl="0" algn="ctr">
              <a:spcBef>
                <a:spcPts val="0"/>
              </a:spcBef>
              <a:spcAft>
                <a:spcPts val="0"/>
              </a:spcAft>
              <a:buSzPts val="2500"/>
              <a:buFont typeface="Raleway"/>
              <a:buNone/>
              <a:defRPr b="1" sz="2500">
                <a:latin typeface="Raleway"/>
                <a:ea typeface="Raleway"/>
                <a:cs typeface="Raleway"/>
                <a:sym typeface="Raleway"/>
              </a:defRPr>
            </a:lvl3pPr>
            <a:lvl4pPr lvl="3" rtl="0" algn="ctr">
              <a:spcBef>
                <a:spcPts val="0"/>
              </a:spcBef>
              <a:spcAft>
                <a:spcPts val="0"/>
              </a:spcAft>
              <a:buSzPts val="2500"/>
              <a:buFont typeface="Raleway"/>
              <a:buNone/>
              <a:defRPr b="1" sz="2500">
                <a:latin typeface="Raleway"/>
                <a:ea typeface="Raleway"/>
                <a:cs typeface="Raleway"/>
                <a:sym typeface="Raleway"/>
              </a:defRPr>
            </a:lvl4pPr>
            <a:lvl5pPr lvl="4" rtl="0" algn="ctr">
              <a:spcBef>
                <a:spcPts val="0"/>
              </a:spcBef>
              <a:spcAft>
                <a:spcPts val="0"/>
              </a:spcAft>
              <a:buSzPts val="2500"/>
              <a:buFont typeface="Raleway"/>
              <a:buNone/>
              <a:defRPr b="1" sz="2500">
                <a:latin typeface="Raleway"/>
                <a:ea typeface="Raleway"/>
                <a:cs typeface="Raleway"/>
                <a:sym typeface="Raleway"/>
              </a:defRPr>
            </a:lvl5pPr>
            <a:lvl6pPr lvl="5" rtl="0" algn="ctr">
              <a:spcBef>
                <a:spcPts val="0"/>
              </a:spcBef>
              <a:spcAft>
                <a:spcPts val="0"/>
              </a:spcAft>
              <a:buSzPts val="2500"/>
              <a:buFont typeface="Raleway"/>
              <a:buNone/>
              <a:defRPr b="1" sz="2500">
                <a:latin typeface="Raleway"/>
                <a:ea typeface="Raleway"/>
                <a:cs typeface="Raleway"/>
                <a:sym typeface="Raleway"/>
              </a:defRPr>
            </a:lvl6pPr>
            <a:lvl7pPr lvl="6" rtl="0" algn="ctr">
              <a:spcBef>
                <a:spcPts val="0"/>
              </a:spcBef>
              <a:spcAft>
                <a:spcPts val="0"/>
              </a:spcAft>
              <a:buSzPts val="2500"/>
              <a:buFont typeface="Raleway"/>
              <a:buNone/>
              <a:defRPr b="1" sz="2500">
                <a:latin typeface="Raleway"/>
                <a:ea typeface="Raleway"/>
                <a:cs typeface="Raleway"/>
                <a:sym typeface="Raleway"/>
              </a:defRPr>
            </a:lvl7pPr>
            <a:lvl8pPr lvl="7" rtl="0" algn="ctr">
              <a:spcBef>
                <a:spcPts val="0"/>
              </a:spcBef>
              <a:spcAft>
                <a:spcPts val="0"/>
              </a:spcAft>
              <a:buSzPts val="2500"/>
              <a:buFont typeface="Raleway"/>
              <a:buNone/>
              <a:defRPr b="1" sz="2500">
                <a:latin typeface="Raleway"/>
                <a:ea typeface="Raleway"/>
                <a:cs typeface="Raleway"/>
                <a:sym typeface="Raleway"/>
              </a:defRPr>
            </a:lvl8pPr>
            <a:lvl9pPr lvl="8" rtl="0" algn="ctr">
              <a:spcBef>
                <a:spcPts val="0"/>
              </a:spcBef>
              <a:spcAft>
                <a:spcPts val="0"/>
              </a:spcAft>
              <a:buSzPts val="2500"/>
              <a:buFont typeface="Raleway"/>
              <a:buNone/>
              <a:defRPr b="1" sz="2500">
                <a:latin typeface="Raleway"/>
                <a:ea typeface="Raleway"/>
                <a:cs typeface="Raleway"/>
                <a:sym typeface="Raleway"/>
              </a:defRPr>
            </a:lvl9pPr>
          </a:lstStyle>
          <a:p>
            <a:r>
              <a:t>xx%</a:t>
            </a:r>
          </a:p>
        </p:txBody>
      </p:sp>
      <p:sp>
        <p:nvSpPr>
          <p:cNvPr id="170" name="Google Shape;170;p18"/>
          <p:cNvSpPr txBox="1"/>
          <p:nvPr>
            <p:ph idx="13" type="title"/>
          </p:nvPr>
        </p:nvSpPr>
        <p:spPr>
          <a:xfrm>
            <a:off x="5827750" y="3767825"/>
            <a:ext cx="1970100" cy="82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Font typeface="Raleway SemiBold"/>
              <a:buNone/>
              <a:defRPr sz="25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171" name="Google Shape;171;p18"/>
          <p:cNvSpPr txBox="1"/>
          <p:nvPr>
            <p:ph hasCustomPrompt="1" idx="14" type="title"/>
          </p:nvPr>
        </p:nvSpPr>
        <p:spPr>
          <a:xfrm>
            <a:off x="6432850" y="3343200"/>
            <a:ext cx="759900" cy="359700"/>
          </a:xfrm>
          <a:prstGeom prst="rect">
            <a:avLst/>
          </a:prstGeom>
          <a:solidFill>
            <a:schemeClr val="accent1"/>
          </a:solidFill>
        </p:spPr>
        <p:txBody>
          <a:bodyPr anchorCtr="0" anchor="ctr" bIns="91425" lIns="91425" spcFirstLastPara="1" rIns="91425" wrap="square" tIns="91425">
            <a:noAutofit/>
          </a:bodyPr>
          <a:lstStyle>
            <a:lvl1pPr lvl="0" rtl="0" algn="ctr">
              <a:spcBef>
                <a:spcPts val="0"/>
              </a:spcBef>
              <a:spcAft>
                <a:spcPts val="0"/>
              </a:spcAft>
              <a:buSzPts val="2500"/>
              <a:buNone/>
              <a:defRPr b="0" sz="2400">
                <a:solidFill>
                  <a:schemeClr val="accent2"/>
                </a:solidFill>
                <a:latin typeface="Raleway SemiBold"/>
                <a:ea typeface="Raleway SemiBold"/>
                <a:cs typeface="Raleway SemiBold"/>
                <a:sym typeface="Raleway SemiBold"/>
              </a:defRPr>
            </a:lvl1pPr>
            <a:lvl2pPr lvl="1" rtl="0" algn="ctr">
              <a:spcBef>
                <a:spcPts val="0"/>
              </a:spcBef>
              <a:spcAft>
                <a:spcPts val="0"/>
              </a:spcAft>
              <a:buSzPts val="2500"/>
              <a:buFont typeface="Raleway"/>
              <a:buNone/>
              <a:defRPr b="1" sz="2500">
                <a:latin typeface="Raleway"/>
                <a:ea typeface="Raleway"/>
                <a:cs typeface="Raleway"/>
                <a:sym typeface="Raleway"/>
              </a:defRPr>
            </a:lvl2pPr>
            <a:lvl3pPr lvl="2" rtl="0" algn="ctr">
              <a:spcBef>
                <a:spcPts val="0"/>
              </a:spcBef>
              <a:spcAft>
                <a:spcPts val="0"/>
              </a:spcAft>
              <a:buSzPts val="2500"/>
              <a:buFont typeface="Raleway"/>
              <a:buNone/>
              <a:defRPr b="1" sz="2500">
                <a:latin typeface="Raleway"/>
                <a:ea typeface="Raleway"/>
                <a:cs typeface="Raleway"/>
                <a:sym typeface="Raleway"/>
              </a:defRPr>
            </a:lvl3pPr>
            <a:lvl4pPr lvl="3" rtl="0" algn="ctr">
              <a:spcBef>
                <a:spcPts val="0"/>
              </a:spcBef>
              <a:spcAft>
                <a:spcPts val="0"/>
              </a:spcAft>
              <a:buSzPts val="2500"/>
              <a:buFont typeface="Raleway"/>
              <a:buNone/>
              <a:defRPr b="1" sz="2500">
                <a:latin typeface="Raleway"/>
                <a:ea typeface="Raleway"/>
                <a:cs typeface="Raleway"/>
                <a:sym typeface="Raleway"/>
              </a:defRPr>
            </a:lvl4pPr>
            <a:lvl5pPr lvl="4" rtl="0" algn="ctr">
              <a:spcBef>
                <a:spcPts val="0"/>
              </a:spcBef>
              <a:spcAft>
                <a:spcPts val="0"/>
              </a:spcAft>
              <a:buSzPts val="2500"/>
              <a:buFont typeface="Raleway"/>
              <a:buNone/>
              <a:defRPr b="1" sz="2500">
                <a:latin typeface="Raleway"/>
                <a:ea typeface="Raleway"/>
                <a:cs typeface="Raleway"/>
                <a:sym typeface="Raleway"/>
              </a:defRPr>
            </a:lvl5pPr>
            <a:lvl6pPr lvl="5" rtl="0" algn="ctr">
              <a:spcBef>
                <a:spcPts val="0"/>
              </a:spcBef>
              <a:spcAft>
                <a:spcPts val="0"/>
              </a:spcAft>
              <a:buSzPts val="2500"/>
              <a:buFont typeface="Raleway"/>
              <a:buNone/>
              <a:defRPr b="1" sz="2500">
                <a:latin typeface="Raleway"/>
                <a:ea typeface="Raleway"/>
                <a:cs typeface="Raleway"/>
                <a:sym typeface="Raleway"/>
              </a:defRPr>
            </a:lvl6pPr>
            <a:lvl7pPr lvl="6" rtl="0" algn="ctr">
              <a:spcBef>
                <a:spcPts val="0"/>
              </a:spcBef>
              <a:spcAft>
                <a:spcPts val="0"/>
              </a:spcAft>
              <a:buSzPts val="2500"/>
              <a:buFont typeface="Raleway"/>
              <a:buNone/>
              <a:defRPr b="1" sz="2500">
                <a:latin typeface="Raleway"/>
                <a:ea typeface="Raleway"/>
                <a:cs typeface="Raleway"/>
                <a:sym typeface="Raleway"/>
              </a:defRPr>
            </a:lvl7pPr>
            <a:lvl8pPr lvl="7" rtl="0" algn="ctr">
              <a:spcBef>
                <a:spcPts val="0"/>
              </a:spcBef>
              <a:spcAft>
                <a:spcPts val="0"/>
              </a:spcAft>
              <a:buSzPts val="2500"/>
              <a:buFont typeface="Raleway"/>
              <a:buNone/>
              <a:defRPr b="1" sz="2500">
                <a:latin typeface="Raleway"/>
                <a:ea typeface="Raleway"/>
                <a:cs typeface="Raleway"/>
                <a:sym typeface="Raleway"/>
              </a:defRPr>
            </a:lvl8pPr>
            <a:lvl9pPr lvl="8" rtl="0" algn="ctr">
              <a:spcBef>
                <a:spcPts val="0"/>
              </a:spcBef>
              <a:spcAft>
                <a:spcPts val="0"/>
              </a:spcAft>
              <a:buSzPts val="2500"/>
              <a:buFont typeface="Raleway"/>
              <a:buNone/>
              <a:defRPr b="1" sz="2500">
                <a:latin typeface="Raleway"/>
                <a:ea typeface="Raleway"/>
                <a:cs typeface="Raleway"/>
                <a:sym typeface="Raleway"/>
              </a:defRPr>
            </a:lvl9pPr>
          </a:lstStyle>
          <a:p>
            <a:r>
              <a:t>xx%</a:t>
            </a:r>
          </a:p>
        </p:txBody>
      </p:sp>
      <p:sp>
        <p:nvSpPr>
          <p:cNvPr id="172" name="Google Shape;172;p18"/>
          <p:cNvSpPr txBox="1"/>
          <p:nvPr>
            <p:ph idx="15" type="title"/>
          </p:nvPr>
        </p:nvSpPr>
        <p:spPr>
          <a:xfrm>
            <a:off x="1346050" y="3767825"/>
            <a:ext cx="1970100" cy="82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200"/>
              <a:buFont typeface="Raleway SemiBold"/>
              <a:buNone/>
              <a:defRPr sz="2500"/>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173" name="Google Shape;173;p18"/>
          <p:cNvSpPr txBox="1"/>
          <p:nvPr>
            <p:ph hasCustomPrompt="1" idx="16" type="title"/>
          </p:nvPr>
        </p:nvSpPr>
        <p:spPr>
          <a:xfrm>
            <a:off x="1951150" y="3343200"/>
            <a:ext cx="759900" cy="359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500"/>
              <a:buNone/>
              <a:defRPr b="0" sz="2400">
                <a:solidFill>
                  <a:schemeClr val="accent2"/>
                </a:solidFill>
                <a:latin typeface="Raleway SemiBold"/>
                <a:ea typeface="Raleway SemiBold"/>
                <a:cs typeface="Raleway SemiBold"/>
                <a:sym typeface="Raleway SemiBold"/>
              </a:defRPr>
            </a:lvl1pPr>
            <a:lvl2pPr lvl="1" rtl="0" algn="ctr">
              <a:spcBef>
                <a:spcPts val="0"/>
              </a:spcBef>
              <a:spcAft>
                <a:spcPts val="0"/>
              </a:spcAft>
              <a:buSzPts val="2500"/>
              <a:buFont typeface="Raleway"/>
              <a:buNone/>
              <a:defRPr b="1" sz="2500">
                <a:latin typeface="Raleway"/>
                <a:ea typeface="Raleway"/>
                <a:cs typeface="Raleway"/>
                <a:sym typeface="Raleway"/>
              </a:defRPr>
            </a:lvl2pPr>
            <a:lvl3pPr lvl="2" rtl="0" algn="ctr">
              <a:spcBef>
                <a:spcPts val="0"/>
              </a:spcBef>
              <a:spcAft>
                <a:spcPts val="0"/>
              </a:spcAft>
              <a:buSzPts val="2500"/>
              <a:buFont typeface="Raleway"/>
              <a:buNone/>
              <a:defRPr b="1" sz="2500">
                <a:latin typeface="Raleway"/>
                <a:ea typeface="Raleway"/>
                <a:cs typeface="Raleway"/>
                <a:sym typeface="Raleway"/>
              </a:defRPr>
            </a:lvl3pPr>
            <a:lvl4pPr lvl="3" rtl="0" algn="ctr">
              <a:spcBef>
                <a:spcPts val="0"/>
              </a:spcBef>
              <a:spcAft>
                <a:spcPts val="0"/>
              </a:spcAft>
              <a:buSzPts val="2500"/>
              <a:buFont typeface="Raleway"/>
              <a:buNone/>
              <a:defRPr b="1" sz="2500">
                <a:latin typeface="Raleway"/>
                <a:ea typeface="Raleway"/>
                <a:cs typeface="Raleway"/>
                <a:sym typeface="Raleway"/>
              </a:defRPr>
            </a:lvl4pPr>
            <a:lvl5pPr lvl="4" rtl="0" algn="ctr">
              <a:spcBef>
                <a:spcPts val="0"/>
              </a:spcBef>
              <a:spcAft>
                <a:spcPts val="0"/>
              </a:spcAft>
              <a:buSzPts val="2500"/>
              <a:buFont typeface="Raleway"/>
              <a:buNone/>
              <a:defRPr b="1" sz="2500">
                <a:latin typeface="Raleway"/>
                <a:ea typeface="Raleway"/>
                <a:cs typeface="Raleway"/>
                <a:sym typeface="Raleway"/>
              </a:defRPr>
            </a:lvl5pPr>
            <a:lvl6pPr lvl="5" rtl="0" algn="ctr">
              <a:spcBef>
                <a:spcPts val="0"/>
              </a:spcBef>
              <a:spcAft>
                <a:spcPts val="0"/>
              </a:spcAft>
              <a:buSzPts val="2500"/>
              <a:buFont typeface="Raleway"/>
              <a:buNone/>
              <a:defRPr b="1" sz="2500">
                <a:latin typeface="Raleway"/>
                <a:ea typeface="Raleway"/>
                <a:cs typeface="Raleway"/>
                <a:sym typeface="Raleway"/>
              </a:defRPr>
            </a:lvl6pPr>
            <a:lvl7pPr lvl="6" rtl="0" algn="ctr">
              <a:spcBef>
                <a:spcPts val="0"/>
              </a:spcBef>
              <a:spcAft>
                <a:spcPts val="0"/>
              </a:spcAft>
              <a:buSzPts val="2500"/>
              <a:buFont typeface="Raleway"/>
              <a:buNone/>
              <a:defRPr b="1" sz="2500">
                <a:latin typeface="Raleway"/>
                <a:ea typeface="Raleway"/>
                <a:cs typeface="Raleway"/>
                <a:sym typeface="Raleway"/>
              </a:defRPr>
            </a:lvl7pPr>
            <a:lvl8pPr lvl="7" rtl="0" algn="ctr">
              <a:spcBef>
                <a:spcPts val="0"/>
              </a:spcBef>
              <a:spcAft>
                <a:spcPts val="0"/>
              </a:spcAft>
              <a:buSzPts val="2500"/>
              <a:buFont typeface="Raleway"/>
              <a:buNone/>
              <a:defRPr b="1" sz="2500">
                <a:latin typeface="Raleway"/>
                <a:ea typeface="Raleway"/>
                <a:cs typeface="Raleway"/>
                <a:sym typeface="Raleway"/>
              </a:defRPr>
            </a:lvl8pPr>
            <a:lvl9pPr lvl="8" rtl="0" algn="ctr">
              <a:spcBef>
                <a:spcPts val="0"/>
              </a:spcBef>
              <a:spcAft>
                <a:spcPts val="0"/>
              </a:spcAft>
              <a:buSzPts val="2500"/>
              <a:buFont typeface="Raleway"/>
              <a:buNone/>
              <a:defRPr b="1" sz="2500">
                <a:latin typeface="Raleway"/>
                <a:ea typeface="Raleway"/>
                <a:cs typeface="Raleway"/>
                <a:sym typeface="Raleway"/>
              </a:defRPr>
            </a:lvl9pPr>
          </a:lstStyle>
          <a:p>
            <a:r>
              <a:t>xx%</a:t>
            </a:r>
          </a:p>
        </p:txBody>
      </p:sp>
      <p:sp>
        <p:nvSpPr>
          <p:cNvPr id="174" name="Google Shape;174;p18"/>
          <p:cNvSpPr/>
          <p:nvPr/>
        </p:nvSpPr>
        <p:spPr>
          <a:xfrm flipH="1">
            <a:off x="8384100" y="3882200"/>
            <a:ext cx="759900" cy="1330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8"/>
          <p:cNvSpPr/>
          <p:nvPr/>
        </p:nvSpPr>
        <p:spPr>
          <a:xfrm>
            <a:off x="8108832" y="4062307"/>
            <a:ext cx="950729" cy="1104502"/>
          </a:xfrm>
          <a:custGeom>
            <a:rect b="b" l="l" r="r" t="t"/>
            <a:pathLst>
              <a:path extrusionOk="0" h="27955" w="24063">
                <a:moveTo>
                  <a:pt x="13663" y="1"/>
                </a:moveTo>
                <a:lnTo>
                  <a:pt x="0" y="27955"/>
                </a:lnTo>
                <a:lnTo>
                  <a:pt x="10420" y="27955"/>
                </a:lnTo>
                <a:lnTo>
                  <a:pt x="2406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8"/>
          <p:cNvSpPr/>
          <p:nvPr/>
        </p:nvSpPr>
        <p:spPr>
          <a:xfrm>
            <a:off x="8460152" y="3384440"/>
            <a:ext cx="1129314" cy="1465742"/>
          </a:xfrm>
          <a:custGeom>
            <a:rect b="b" l="l" r="r" t="t"/>
            <a:pathLst>
              <a:path extrusionOk="0" h="37098" w="28583">
                <a:moveTo>
                  <a:pt x="18162" y="0"/>
                </a:moveTo>
                <a:lnTo>
                  <a:pt x="13685" y="9144"/>
                </a:lnTo>
                <a:lnTo>
                  <a:pt x="1" y="37098"/>
                </a:lnTo>
                <a:lnTo>
                  <a:pt x="10420" y="37098"/>
                </a:lnTo>
                <a:lnTo>
                  <a:pt x="2858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8"/>
          <p:cNvSpPr/>
          <p:nvPr/>
        </p:nvSpPr>
        <p:spPr>
          <a:xfrm>
            <a:off x="-29109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8"/>
          <p:cNvSpPr/>
          <p:nvPr/>
        </p:nvSpPr>
        <p:spPr>
          <a:xfrm>
            <a:off x="-540787" y="-59400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8"/>
          <p:cNvSpPr/>
          <p:nvPr/>
        </p:nvSpPr>
        <p:spPr>
          <a:xfrm>
            <a:off x="-575600" y="101565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 name="Google Shape;180;p18"/>
          <p:cNvGrpSpPr/>
          <p:nvPr/>
        </p:nvGrpSpPr>
        <p:grpSpPr>
          <a:xfrm>
            <a:off x="-176025" y="421359"/>
            <a:ext cx="889977" cy="238576"/>
            <a:chOff x="7243375" y="540647"/>
            <a:chExt cx="889977" cy="238576"/>
          </a:xfrm>
        </p:grpSpPr>
        <p:sp>
          <p:nvSpPr>
            <p:cNvPr id="181" name="Google Shape;181;p18"/>
            <p:cNvSpPr/>
            <p:nvPr/>
          </p:nvSpPr>
          <p:spPr>
            <a:xfrm>
              <a:off x="7243375" y="540647"/>
              <a:ext cx="79806" cy="79806"/>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8"/>
            <p:cNvSpPr/>
            <p:nvPr/>
          </p:nvSpPr>
          <p:spPr>
            <a:xfrm>
              <a:off x="7446413" y="540647"/>
              <a:ext cx="79806" cy="79806"/>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8"/>
            <p:cNvSpPr/>
            <p:nvPr/>
          </p:nvSpPr>
          <p:spPr>
            <a:xfrm>
              <a:off x="7648670" y="540647"/>
              <a:ext cx="79787" cy="79806"/>
            </a:xfrm>
            <a:custGeom>
              <a:rect b="b" l="l" r="r" t="t"/>
              <a:pathLst>
                <a:path extrusionOk="0" h="4186" w="4185">
                  <a:moveTo>
                    <a:pt x="2092" y="1"/>
                  </a:moveTo>
                  <a:cubicBezTo>
                    <a:pt x="942" y="1"/>
                    <a:pt x="0" y="942"/>
                    <a:pt x="0" y="2093"/>
                  </a:cubicBezTo>
                  <a:cubicBezTo>
                    <a:pt x="0" y="3244"/>
                    <a:pt x="942" y="4185"/>
                    <a:pt x="2092" y="4185"/>
                  </a:cubicBezTo>
                  <a:cubicBezTo>
                    <a:pt x="3243" y="4185"/>
                    <a:pt x="4185" y="3244"/>
                    <a:pt x="4185" y="2093"/>
                  </a:cubicBezTo>
                  <a:cubicBezTo>
                    <a:pt x="4185" y="942"/>
                    <a:pt x="3243" y="1"/>
                    <a:pt x="20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p:nvPr/>
          </p:nvSpPr>
          <p:spPr>
            <a:xfrm>
              <a:off x="7851308" y="540647"/>
              <a:ext cx="79787" cy="79806"/>
            </a:xfrm>
            <a:custGeom>
              <a:rect b="b" l="l" r="r" t="t"/>
              <a:pathLst>
                <a:path extrusionOk="0" h="4186" w="4185">
                  <a:moveTo>
                    <a:pt x="2093" y="1"/>
                  </a:moveTo>
                  <a:cubicBezTo>
                    <a:pt x="942" y="1"/>
                    <a:pt x="0" y="942"/>
                    <a:pt x="0" y="2093"/>
                  </a:cubicBezTo>
                  <a:cubicBezTo>
                    <a:pt x="0" y="3244"/>
                    <a:pt x="942" y="4185"/>
                    <a:pt x="2093" y="4185"/>
                  </a:cubicBezTo>
                  <a:cubicBezTo>
                    <a:pt x="3243" y="4185"/>
                    <a:pt x="4185" y="3244"/>
                    <a:pt x="4185" y="2093"/>
                  </a:cubicBezTo>
                  <a:cubicBezTo>
                    <a:pt x="4185" y="942"/>
                    <a:pt x="3243"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8"/>
            <p:cNvSpPr/>
            <p:nvPr/>
          </p:nvSpPr>
          <p:spPr>
            <a:xfrm>
              <a:off x="8053546" y="540647"/>
              <a:ext cx="79806" cy="79806"/>
            </a:xfrm>
            <a:custGeom>
              <a:rect b="b" l="l" r="r" t="t"/>
              <a:pathLst>
                <a:path extrusionOk="0" h="4186" w="4186">
                  <a:moveTo>
                    <a:pt x="2093" y="1"/>
                  </a:moveTo>
                  <a:cubicBezTo>
                    <a:pt x="942" y="1"/>
                    <a:pt x="1" y="942"/>
                    <a:pt x="1" y="2093"/>
                  </a:cubicBezTo>
                  <a:cubicBezTo>
                    <a:pt x="1" y="3244"/>
                    <a:pt x="942" y="4185"/>
                    <a:pt x="2093" y="4185"/>
                  </a:cubicBezTo>
                  <a:cubicBezTo>
                    <a:pt x="3244" y="4185"/>
                    <a:pt x="4185" y="3244"/>
                    <a:pt x="4185" y="2093"/>
                  </a:cubicBezTo>
                  <a:cubicBezTo>
                    <a:pt x="4185"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
            <p:cNvSpPr/>
            <p:nvPr/>
          </p:nvSpPr>
          <p:spPr>
            <a:xfrm>
              <a:off x="7243375" y="699417"/>
              <a:ext cx="79806" cy="79806"/>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8"/>
            <p:cNvSpPr/>
            <p:nvPr/>
          </p:nvSpPr>
          <p:spPr>
            <a:xfrm>
              <a:off x="7446413" y="699417"/>
              <a:ext cx="79806" cy="79806"/>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
            <p:cNvSpPr/>
            <p:nvPr/>
          </p:nvSpPr>
          <p:spPr>
            <a:xfrm>
              <a:off x="7648670" y="699417"/>
              <a:ext cx="79787" cy="79806"/>
            </a:xfrm>
            <a:custGeom>
              <a:rect b="b" l="l" r="r" t="t"/>
              <a:pathLst>
                <a:path extrusionOk="0" h="4186" w="4185">
                  <a:moveTo>
                    <a:pt x="2092" y="0"/>
                  </a:moveTo>
                  <a:cubicBezTo>
                    <a:pt x="942" y="0"/>
                    <a:pt x="0" y="942"/>
                    <a:pt x="0" y="2093"/>
                  </a:cubicBezTo>
                  <a:cubicBezTo>
                    <a:pt x="0" y="3244"/>
                    <a:pt x="942" y="4185"/>
                    <a:pt x="2092" y="4185"/>
                  </a:cubicBezTo>
                  <a:cubicBezTo>
                    <a:pt x="3243" y="4185"/>
                    <a:pt x="4185" y="3244"/>
                    <a:pt x="4185" y="2093"/>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8"/>
            <p:cNvSpPr/>
            <p:nvPr/>
          </p:nvSpPr>
          <p:spPr>
            <a:xfrm>
              <a:off x="7851308" y="699417"/>
              <a:ext cx="79787" cy="79806"/>
            </a:xfrm>
            <a:custGeom>
              <a:rect b="b" l="l" r="r" t="t"/>
              <a:pathLst>
                <a:path extrusionOk="0" h="4186" w="4185">
                  <a:moveTo>
                    <a:pt x="2093" y="0"/>
                  </a:moveTo>
                  <a:cubicBezTo>
                    <a:pt x="942" y="0"/>
                    <a:pt x="0" y="942"/>
                    <a:pt x="0" y="2093"/>
                  </a:cubicBezTo>
                  <a:cubicBezTo>
                    <a:pt x="0" y="3244"/>
                    <a:pt x="942" y="4185"/>
                    <a:pt x="2093" y="4185"/>
                  </a:cubicBezTo>
                  <a:cubicBezTo>
                    <a:pt x="3243" y="4185"/>
                    <a:pt x="4185" y="3244"/>
                    <a:pt x="4185" y="2093"/>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8"/>
            <p:cNvSpPr/>
            <p:nvPr/>
          </p:nvSpPr>
          <p:spPr>
            <a:xfrm>
              <a:off x="8053546" y="699417"/>
              <a:ext cx="79806" cy="79806"/>
            </a:xfrm>
            <a:custGeom>
              <a:rect b="b" l="l" r="r" t="t"/>
              <a:pathLst>
                <a:path extrusionOk="0" h="4186" w="4186">
                  <a:moveTo>
                    <a:pt x="2093" y="0"/>
                  </a:moveTo>
                  <a:cubicBezTo>
                    <a:pt x="942" y="0"/>
                    <a:pt x="1" y="942"/>
                    <a:pt x="1" y="2093"/>
                  </a:cubicBezTo>
                  <a:cubicBezTo>
                    <a:pt x="1" y="3244"/>
                    <a:pt x="942" y="4185"/>
                    <a:pt x="2093" y="4185"/>
                  </a:cubicBezTo>
                  <a:cubicBezTo>
                    <a:pt x="3244" y="4185"/>
                    <a:pt x="4185" y="3244"/>
                    <a:pt x="4185" y="2093"/>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
    <p:spTree>
      <p:nvGrpSpPr>
        <p:cNvPr id="191" name="Shape 191"/>
        <p:cNvGrpSpPr/>
        <p:nvPr/>
      </p:nvGrpSpPr>
      <p:grpSpPr>
        <a:xfrm>
          <a:off x="0" y="0"/>
          <a:ext cx="0" cy="0"/>
          <a:chOff x="0" y="0"/>
          <a:chExt cx="0" cy="0"/>
        </a:xfrm>
      </p:grpSpPr>
      <p:sp>
        <p:nvSpPr>
          <p:cNvPr id="192" name="Google Shape;192;p19"/>
          <p:cNvSpPr/>
          <p:nvPr/>
        </p:nvSpPr>
        <p:spPr>
          <a:xfrm>
            <a:off x="-29109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
          <p:cNvSpPr/>
          <p:nvPr/>
        </p:nvSpPr>
        <p:spPr>
          <a:xfrm>
            <a:off x="-540787" y="-59400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9"/>
          <p:cNvSpPr/>
          <p:nvPr/>
        </p:nvSpPr>
        <p:spPr>
          <a:xfrm>
            <a:off x="-575600" y="1015650"/>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flipH="1">
            <a:off x="7399500" y="1920775"/>
            <a:ext cx="1744500" cy="3292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9"/>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9"/>
          <p:cNvSpPr/>
          <p:nvPr/>
        </p:nvSpPr>
        <p:spPr>
          <a:xfrm>
            <a:off x="7512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
          <p:cNvSpPr txBox="1"/>
          <p:nvPr>
            <p:ph type="title"/>
          </p:nvPr>
        </p:nvSpPr>
        <p:spPr>
          <a:xfrm>
            <a:off x="1456200" y="540650"/>
            <a:ext cx="6973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9" name="Google Shape;199;p19"/>
          <p:cNvSpPr txBox="1"/>
          <p:nvPr>
            <p:ph idx="1" type="subTitle"/>
          </p:nvPr>
        </p:nvSpPr>
        <p:spPr>
          <a:xfrm>
            <a:off x="1456125" y="2435850"/>
            <a:ext cx="2782800" cy="141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0" name="Google Shape;200;p19"/>
          <p:cNvSpPr txBox="1"/>
          <p:nvPr>
            <p:ph idx="2" type="subTitle"/>
          </p:nvPr>
        </p:nvSpPr>
        <p:spPr>
          <a:xfrm>
            <a:off x="4553053" y="2435850"/>
            <a:ext cx="2782800" cy="141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1" name="Google Shape;201;p19"/>
          <p:cNvSpPr txBox="1"/>
          <p:nvPr>
            <p:ph idx="3" type="title"/>
          </p:nvPr>
        </p:nvSpPr>
        <p:spPr>
          <a:xfrm>
            <a:off x="1456189" y="1822675"/>
            <a:ext cx="27828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2" name="Google Shape;202;p19"/>
          <p:cNvSpPr txBox="1"/>
          <p:nvPr>
            <p:ph idx="4" type="title"/>
          </p:nvPr>
        </p:nvSpPr>
        <p:spPr>
          <a:xfrm>
            <a:off x="4553187" y="1822675"/>
            <a:ext cx="27828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_2">
    <p:spTree>
      <p:nvGrpSpPr>
        <p:cNvPr id="203" name="Shape 203"/>
        <p:cNvGrpSpPr/>
        <p:nvPr/>
      </p:nvGrpSpPr>
      <p:grpSpPr>
        <a:xfrm>
          <a:off x="0" y="0"/>
          <a:ext cx="0" cy="0"/>
          <a:chOff x="0" y="0"/>
          <a:chExt cx="0" cy="0"/>
        </a:xfrm>
      </p:grpSpPr>
      <p:sp>
        <p:nvSpPr>
          <p:cNvPr id="204" name="Google Shape;204;p20"/>
          <p:cNvSpPr/>
          <p:nvPr/>
        </p:nvSpPr>
        <p:spPr>
          <a:xfrm>
            <a:off x="-32919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0"/>
          <p:cNvSpPr/>
          <p:nvPr/>
        </p:nvSpPr>
        <p:spPr>
          <a:xfrm>
            <a:off x="-921787" y="-59400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0"/>
          <p:cNvSpPr/>
          <p:nvPr/>
        </p:nvSpPr>
        <p:spPr>
          <a:xfrm flipH="1">
            <a:off x="7780500" y="1920775"/>
            <a:ext cx="1744500" cy="3292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p:nvPr/>
        </p:nvSpPr>
        <p:spPr>
          <a:xfrm>
            <a:off x="7505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p:nvPr/>
        </p:nvSpPr>
        <p:spPr>
          <a:xfrm>
            <a:off x="7893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0"/>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0" name="Google Shape;210;p20"/>
          <p:cNvSpPr txBox="1"/>
          <p:nvPr>
            <p:ph idx="1" type="subTitle"/>
          </p:nvPr>
        </p:nvSpPr>
        <p:spPr>
          <a:xfrm>
            <a:off x="2146800" y="2555075"/>
            <a:ext cx="2389200" cy="73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1" name="Google Shape;211;p20"/>
          <p:cNvSpPr txBox="1"/>
          <p:nvPr>
            <p:ph idx="2" type="title"/>
          </p:nvPr>
        </p:nvSpPr>
        <p:spPr>
          <a:xfrm>
            <a:off x="2146855" y="1941900"/>
            <a:ext cx="23892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2" name="Google Shape;212;p20"/>
          <p:cNvSpPr/>
          <p:nvPr>
            <p:ph idx="3" type="pic"/>
          </p:nvPr>
        </p:nvSpPr>
        <p:spPr>
          <a:xfrm>
            <a:off x="713950" y="1849050"/>
            <a:ext cx="1372500" cy="1445400"/>
          </a:xfrm>
          <a:prstGeom prst="rect">
            <a:avLst/>
          </a:prstGeom>
          <a:noFill/>
          <a:ln>
            <a:noFill/>
          </a:ln>
        </p:spPr>
      </p:sp>
      <p:sp>
        <p:nvSpPr>
          <p:cNvPr id="213" name="Google Shape;213;p20"/>
          <p:cNvSpPr txBox="1"/>
          <p:nvPr>
            <p:ph idx="4" type="subTitle"/>
          </p:nvPr>
        </p:nvSpPr>
        <p:spPr>
          <a:xfrm>
            <a:off x="6040700" y="2555075"/>
            <a:ext cx="2389200" cy="73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4" name="Google Shape;214;p20"/>
          <p:cNvSpPr txBox="1"/>
          <p:nvPr>
            <p:ph idx="5" type="title"/>
          </p:nvPr>
        </p:nvSpPr>
        <p:spPr>
          <a:xfrm>
            <a:off x="6040755" y="1941900"/>
            <a:ext cx="23892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5" name="Google Shape;215;p20"/>
          <p:cNvSpPr/>
          <p:nvPr>
            <p:ph idx="6" type="pic"/>
          </p:nvPr>
        </p:nvSpPr>
        <p:spPr>
          <a:xfrm>
            <a:off x="4607850" y="1849050"/>
            <a:ext cx="1372500" cy="14454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216" name="Shape 216"/>
        <p:cNvGrpSpPr/>
        <p:nvPr/>
      </p:nvGrpSpPr>
      <p:grpSpPr>
        <a:xfrm>
          <a:off x="0" y="0"/>
          <a:ext cx="0" cy="0"/>
          <a:chOff x="0" y="0"/>
          <a:chExt cx="0" cy="0"/>
        </a:xfrm>
      </p:grpSpPr>
      <p:sp>
        <p:nvSpPr>
          <p:cNvPr id="217" name="Google Shape;217;p21"/>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8" name="Google Shape;218;p21"/>
          <p:cNvSpPr txBox="1"/>
          <p:nvPr>
            <p:ph idx="1" type="subTitle"/>
          </p:nvPr>
        </p:nvSpPr>
        <p:spPr>
          <a:xfrm>
            <a:off x="714050" y="2368675"/>
            <a:ext cx="2388600" cy="124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9" name="Google Shape;219;p21"/>
          <p:cNvSpPr txBox="1"/>
          <p:nvPr>
            <p:ph idx="2" type="subTitle"/>
          </p:nvPr>
        </p:nvSpPr>
        <p:spPr>
          <a:xfrm>
            <a:off x="3372376" y="2368675"/>
            <a:ext cx="2388600" cy="124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0" name="Google Shape;220;p21"/>
          <p:cNvSpPr txBox="1"/>
          <p:nvPr>
            <p:ph idx="3" type="title"/>
          </p:nvPr>
        </p:nvSpPr>
        <p:spPr>
          <a:xfrm>
            <a:off x="714115" y="1831700"/>
            <a:ext cx="23886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1" name="Google Shape;221;p21"/>
          <p:cNvSpPr txBox="1"/>
          <p:nvPr>
            <p:ph idx="4" type="title"/>
          </p:nvPr>
        </p:nvSpPr>
        <p:spPr>
          <a:xfrm>
            <a:off x="3372495" y="1831700"/>
            <a:ext cx="23886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2" name="Google Shape;222;p21"/>
          <p:cNvSpPr txBox="1"/>
          <p:nvPr>
            <p:ph idx="5" type="subTitle"/>
          </p:nvPr>
        </p:nvSpPr>
        <p:spPr>
          <a:xfrm>
            <a:off x="6027450" y="2368675"/>
            <a:ext cx="2388600" cy="124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3" name="Google Shape;223;p21"/>
          <p:cNvSpPr txBox="1"/>
          <p:nvPr>
            <p:ph idx="6" type="title"/>
          </p:nvPr>
        </p:nvSpPr>
        <p:spPr>
          <a:xfrm>
            <a:off x="6027570" y="1831700"/>
            <a:ext cx="23886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4" name="Google Shape;224;p21"/>
          <p:cNvSpPr/>
          <p:nvPr/>
        </p:nvSpPr>
        <p:spPr>
          <a:xfrm flipH="1">
            <a:off x="8175900" y="3386000"/>
            <a:ext cx="968100" cy="1827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1"/>
          <p:cNvSpPr/>
          <p:nvPr/>
        </p:nvSpPr>
        <p:spPr>
          <a:xfrm flipH="1" rot="10800000">
            <a:off x="-479825" y="-457200"/>
            <a:ext cx="1313700" cy="2724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1"/>
          <p:cNvSpPr/>
          <p:nvPr/>
        </p:nvSpPr>
        <p:spPr>
          <a:xfrm>
            <a:off x="-479825" y="-579925"/>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1"/>
          <p:cNvSpPr/>
          <p:nvPr/>
        </p:nvSpPr>
        <p:spPr>
          <a:xfrm>
            <a:off x="8046075" y="2731100"/>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_1_1">
    <p:spTree>
      <p:nvGrpSpPr>
        <p:cNvPr id="228" name="Shape 228"/>
        <p:cNvGrpSpPr/>
        <p:nvPr/>
      </p:nvGrpSpPr>
      <p:grpSpPr>
        <a:xfrm>
          <a:off x="0" y="0"/>
          <a:ext cx="0" cy="0"/>
          <a:chOff x="0" y="0"/>
          <a:chExt cx="0" cy="0"/>
        </a:xfrm>
      </p:grpSpPr>
      <p:sp>
        <p:nvSpPr>
          <p:cNvPr id="229" name="Google Shape;229;p22"/>
          <p:cNvSpPr/>
          <p:nvPr/>
        </p:nvSpPr>
        <p:spPr>
          <a:xfrm>
            <a:off x="-30633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
          <p:cNvSpPr/>
          <p:nvPr/>
        </p:nvSpPr>
        <p:spPr>
          <a:xfrm>
            <a:off x="-693187" y="-59400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728000" y="101565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216250" y="2293100"/>
            <a:ext cx="361800" cy="361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2"/>
          <p:cNvSpPr txBox="1"/>
          <p:nvPr>
            <p:ph type="title"/>
          </p:nvPr>
        </p:nvSpPr>
        <p:spPr>
          <a:xfrm>
            <a:off x="1278675" y="540650"/>
            <a:ext cx="715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4" name="Google Shape;234;p22"/>
          <p:cNvSpPr txBox="1"/>
          <p:nvPr>
            <p:ph idx="1" type="subTitle"/>
          </p:nvPr>
        </p:nvSpPr>
        <p:spPr>
          <a:xfrm>
            <a:off x="1278600" y="3670800"/>
            <a:ext cx="3117300" cy="932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5" name="Google Shape;235;p22"/>
          <p:cNvSpPr txBox="1"/>
          <p:nvPr>
            <p:ph idx="2" type="subTitle"/>
          </p:nvPr>
        </p:nvSpPr>
        <p:spPr>
          <a:xfrm>
            <a:off x="4747952" y="3670800"/>
            <a:ext cx="3117300" cy="932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6" name="Google Shape;236;p22"/>
          <p:cNvSpPr txBox="1"/>
          <p:nvPr>
            <p:ph idx="3" type="title"/>
          </p:nvPr>
        </p:nvSpPr>
        <p:spPr>
          <a:xfrm>
            <a:off x="1278648" y="3248125"/>
            <a:ext cx="31173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7" name="Google Shape;237;p22"/>
          <p:cNvSpPr txBox="1"/>
          <p:nvPr>
            <p:ph idx="4" type="title"/>
          </p:nvPr>
        </p:nvSpPr>
        <p:spPr>
          <a:xfrm>
            <a:off x="4748073" y="3248125"/>
            <a:ext cx="31173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8" name="Google Shape;238;p22"/>
          <p:cNvSpPr txBox="1"/>
          <p:nvPr>
            <p:ph idx="5" type="subTitle"/>
          </p:nvPr>
        </p:nvSpPr>
        <p:spPr>
          <a:xfrm>
            <a:off x="1278600" y="2077100"/>
            <a:ext cx="3117300" cy="932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9" name="Google Shape;239;p22"/>
          <p:cNvSpPr txBox="1"/>
          <p:nvPr>
            <p:ph idx="6" type="subTitle"/>
          </p:nvPr>
        </p:nvSpPr>
        <p:spPr>
          <a:xfrm>
            <a:off x="4747951" y="2077100"/>
            <a:ext cx="3117300" cy="932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0" name="Google Shape;240;p22"/>
          <p:cNvSpPr txBox="1"/>
          <p:nvPr>
            <p:ph idx="7" type="title"/>
          </p:nvPr>
        </p:nvSpPr>
        <p:spPr>
          <a:xfrm>
            <a:off x="1278685" y="1654425"/>
            <a:ext cx="31173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1" name="Google Shape;241;p22"/>
          <p:cNvSpPr txBox="1"/>
          <p:nvPr>
            <p:ph idx="8" type="title"/>
          </p:nvPr>
        </p:nvSpPr>
        <p:spPr>
          <a:xfrm>
            <a:off x="4748111" y="1654425"/>
            <a:ext cx="31173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2" name="Google Shape;242;p22"/>
          <p:cNvSpPr/>
          <p:nvPr/>
        </p:nvSpPr>
        <p:spPr>
          <a:xfrm flipH="1">
            <a:off x="7551900" y="1920775"/>
            <a:ext cx="1744500" cy="3292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72770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
          <p:cNvSpPr/>
          <p:nvPr/>
        </p:nvSpPr>
        <p:spPr>
          <a:xfrm>
            <a:off x="76650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_1">
    <p:spTree>
      <p:nvGrpSpPr>
        <p:cNvPr id="245" name="Shape 245"/>
        <p:cNvGrpSpPr/>
        <p:nvPr/>
      </p:nvGrpSpPr>
      <p:grpSpPr>
        <a:xfrm>
          <a:off x="0" y="0"/>
          <a:ext cx="0" cy="0"/>
          <a:chOff x="0" y="0"/>
          <a:chExt cx="0" cy="0"/>
        </a:xfrm>
      </p:grpSpPr>
      <p:sp>
        <p:nvSpPr>
          <p:cNvPr id="246" name="Google Shape;246;p23"/>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7" name="Google Shape;247;p23"/>
          <p:cNvSpPr txBox="1"/>
          <p:nvPr>
            <p:ph idx="1" type="subTitle"/>
          </p:nvPr>
        </p:nvSpPr>
        <p:spPr>
          <a:xfrm>
            <a:off x="713950" y="3670800"/>
            <a:ext cx="2296200" cy="72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8" name="Google Shape;248;p23"/>
          <p:cNvSpPr txBox="1"/>
          <p:nvPr>
            <p:ph idx="2" type="title"/>
          </p:nvPr>
        </p:nvSpPr>
        <p:spPr>
          <a:xfrm>
            <a:off x="713985" y="3248125"/>
            <a:ext cx="22962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9" name="Google Shape;249;p23"/>
          <p:cNvSpPr txBox="1"/>
          <p:nvPr>
            <p:ph idx="3" type="subTitle"/>
          </p:nvPr>
        </p:nvSpPr>
        <p:spPr>
          <a:xfrm>
            <a:off x="713950" y="2153300"/>
            <a:ext cx="2296200" cy="72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0" name="Google Shape;250;p23"/>
          <p:cNvSpPr txBox="1"/>
          <p:nvPr>
            <p:ph idx="4" type="title"/>
          </p:nvPr>
        </p:nvSpPr>
        <p:spPr>
          <a:xfrm>
            <a:off x="714013" y="1730625"/>
            <a:ext cx="22962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1" name="Google Shape;251;p23"/>
          <p:cNvSpPr txBox="1"/>
          <p:nvPr>
            <p:ph idx="5" type="subTitle"/>
          </p:nvPr>
        </p:nvSpPr>
        <p:spPr>
          <a:xfrm>
            <a:off x="6130250" y="3670800"/>
            <a:ext cx="2296200" cy="72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2" name="Google Shape;252;p23"/>
          <p:cNvSpPr txBox="1"/>
          <p:nvPr>
            <p:ph idx="6" type="title"/>
          </p:nvPr>
        </p:nvSpPr>
        <p:spPr>
          <a:xfrm>
            <a:off x="6130285" y="3248125"/>
            <a:ext cx="22962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3" name="Google Shape;253;p23"/>
          <p:cNvSpPr txBox="1"/>
          <p:nvPr>
            <p:ph idx="7" type="subTitle"/>
          </p:nvPr>
        </p:nvSpPr>
        <p:spPr>
          <a:xfrm>
            <a:off x="6130250" y="2153300"/>
            <a:ext cx="2296200" cy="72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4" name="Google Shape;254;p23"/>
          <p:cNvSpPr txBox="1"/>
          <p:nvPr>
            <p:ph idx="8" type="title"/>
          </p:nvPr>
        </p:nvSpPr>
        <p:spPr>
          <a:xfrm>
            <a:off x="6130313" y="1730625"/>
            <a:ext cx="22962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5" name="Google Shape;255;p23"/>
          <p:cNvSpPr txBox="1"/>
          <p:nvPr>
            <p:ph idx="9" type="subTitle"/>
          </p:nvPr>
        </p:nvSpPr>
        <p:spPr>
          <a:xfrm>
            <a:off x="3422100" y="3670800"/>
            <a:ext cx="2296200" cy="72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6" name="Google Shape;256;p23"/>
          <p:cNvSpPr txBox="1"/>
          <p:nvPr>
            <p:ph idx="13" type="title"/>
          </p:nvPr>
        </p:nvSpPr>
        <p:spPr>
          <a:xfrm>
            <a:off x="3422173" y="3248125"/>
            <a:ext cx="22962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7" name="Google Shape;257;p23"/>
          <p:cNvSpPr txBox="1"/>
          <p:nvPr>
            <p:ph idx="14" type="subTitle"/>
          </p:nvPr>
        </p:nvSpPr>
        <p:spPr>
          <a:xfrm>
            <a:off x="3422100" y="2153300"/>
            <a:ext cx="2296200" cy="72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8" name="Google Shape;258;p23"/>
          <p:cNvSpPr txBox="1"/>
          <p:nvPr>
            <p:ph idx="15" type="title"/>
          </p:nvPr>
        </p:nvSpPr>
        <p:spPr>
          <a:xfrm>
            <a:off x="3422200" y="1730625"/>
            <a:ext cx="2296200" cy="478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9" name="Google Shape;259;p23"/>
          <p:cNvSpPr/>
          <p:nvPr/>
        </p:nvSpPr>
        <p:spPr>
          <a:xfrm flipH="1" rot="10800000">
            <a:off x="-479825" y="-457200"/>
            <a:ext cx="1313700" cy="2724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3"/>
          <p:cNvSpPr/>
          <p:nvPr/>
        </p:nvSpPr>
        <p:spPr>
          <a:xfrm>
            <a:off x="-479825" y="-57992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3"/>
          <p:cNvSpPr/>
          <p:nvPr/>
        </p:nvSpPr>
        <p:spPr>
          <a:xfrm flipH="1">
            <a:off x="8175900" y="3386000"/>
            <a:ext cx="968100" cy="1827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3"/>
          <p:cNvSpPr/>
          <p:nvPr/>
        </p:nvSpPr>
        <p:spPr>
          <a:xfrm>
            <a:off x="8046075" y="273110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3">
    <p:spTree>
      <p:nvGrpSpPr>
        <p:cNvPr id="263" name="Shape 263"/>
        <p:cNvGrpSpPr/>
        <p:nvPr/>
      </p:nvGrpSpPr>
      <p:grpSpPr>
        <a:xfrm>
          <a:off x="0" y="0"/>
          <a:ext cx="0" cy="0"/>
          <a:chOff x="0" y="0"/>
          <a:chExt cx="0" cy="0"/>
        </a:xfrm>
      </p:grpSpPr>
      <p:sp>
        <p:nvSpPr>
          <p:cNvPr id="264" name="Google Shape;264;p24"/>
          <p:cNvSpPr txBox="1"/>
          <p:nvPr>
            <p:ph idx="1" type="subTitle"/>
          </p:nvPr>
        </p:nvSpPr>
        <p:spPr>
          <a:xfrm>
            <a:off x="713950" y="3181021"/>
            <a:ext cx="3199200" cy="72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5" name="Google Shape;265;p24"/>
          <p:cNvSpPr txBox="1"/>
          <p:nvPr>
            <p:ph type="title"/>
          </p:nvPr>
        </p:nvSpPr>
        <p:spPr>
          <a:xfrm>
            <a:off x="713950" y="882188"/>
            <a:ext cx="3199200" cy="22032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66" name="Google Shape;266;p24"/>
          <p:cNvSpPr/>
          <p:nvPr>
            <p:ph idx="2" type="pic"/>
          </p:nvPr>
        </p:nvSpPr>
        <p:spPr>
          <a:xfrm>
            <a:off x="4572000" y="540650"/>
            <a:ext cx="3858000" cy="4062300"/>
          </a:xfrm>
          <a:prstGeom prst="rect">
            <a:avLst/>
          </a:prstGeom>
          <a:noFill/>
          <a:ln>
            <a:noFill/>
          </a:ln>
        </p:spPr>
      </p:sp>
      <p:sp>
        <p:nvSpPr>
          <p:cNvPr id="267" name="Google Shape;267;p24"/>
          <p:cNvSpPr/>
          <p:nvPr/>
        </p:nvSpPr>
        <p:spPr>
          <a:xfrm flipH="1" rot="10800000">
            <a:off x="-479825" y="-457200"/>
            <a:ext cx="1313700" cy="2724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4"/>
          <p:cNvSpPr/>
          <p:nvPr/>
        </p:nvSpPr>
        <p:spPr>
          <a:xfrm>
            <a:off x="-479825" y="-57992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4"/>
          <p:cNvSpPr/>
          <p:nvPr/>
        </p:nvSpPr>
        <p:spPr>
          <a:xfrm flipH="1">
            <a:off x="8367600" y="3747775"/>
            <a:ext cx="776400" cy="1465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
          <p:cNvSpPr/>
          <p:nvPr/>
        </p:nvSpPr>
        <p:spPr>
          <a:xfrm>
            <a:off x="8102075" y="3126775"/>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_1">
    <p:spTree>
      <p:nvGrpSpPr>
        <p:cNvPr id="271" name="Shape 271"/>
        <p:cNvGrpSpPr/>
        <p:nvPr/>
      </p:nvGrpSpPr>
      <p:grpSpPr>
        <a:xfrm>
          <a:off x="0" y="0"/>
          <a:ext cx="0" cy="0"/>
          <a:chOff x="0" y="0"/>
          <a:chExt cx="0" cy="0"/>
        </a:xfrm>
      </p:grpSpPr>
      <p:sp>
        <p:nvSpPr>
          <p:cNvPr id="272" name="Google Shape;272;p25"/>
          <p:cNvSpPr/>
          <p:nvPr/>
        </p:nvSpPr>
        <p:spPr>
          <a:xfrm flipH="1">
            <a:off x="7399500" y="1920775"/>
            <a:ext cx="1744500" cy="3292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5"/>
          <p:cNvSpPr/>
          <p:nvPr/>
        </p:nvSpPr>
        <p:spPr>
          <a:xfrm>
            <a:off x="7124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5"/>
          <p:cNvSpPr/>
          <p:nvPr/>
        </p:nvSpPr>
        <p:spPr>
          <a:xfrm>
            <a:off x="7512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5"/>
          <p:cNvSpPr/>
          <p:nvPr/>
        </p:nvSpPr>
        <p:spPr>
          <a:xfrm>
            <a:off x="-280465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5"/>
          <p:cNvSpPr/>
          <p:nvPr/>
        </p:nvSpPr>
        <p:spPr>
          <a:xfrm>
            <a:off x="713950" y="-76082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5"/>
          <p:cNvSpPr txBox="1"/>
          <p:nvPr>
            <p:ph idx="1" type="subTitle"/>
          </p:nvPr>
        </p:nvSpPr>
        <p:spPr>
          <a:xfrm>
            <a:off x="1643675" y="4066188"/>
            <a:ext cx="5856600" cy="53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8" name="Google Shape;278;p25"/>
          <p:cNvSpPr txBox="1"/>
          <p:nvPr>
            <p:ph type="title"/>
          </p:nvPr>
        </p:nvSpPr>
        <p:spPr>
          <a:xfrm>
            <a:off x="1643675" y="3404075"/>
            <a:ext cx="5856600" cy="614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3_1_1">
    <p:spTree>
      <p:nvGrpSpPr>
        <p:cNvPr id="279" name="Shape 279"/>
        <p:cNvGrpSpPr/>
        <p:nvPr/>
      </p:nvGrpSpPr>
      <p:grpSpPr>
        <a:xfrm>
          <a:off x="0" y="0"/>
          <a:ext cx="0" cy="0"/>
          <a:chOff x="0" y="0"/>
          <a:chExt cx="0" cy="0"/>
        </a:xfrm>
      </p:grpSpPr>
      <p:sp>
        <p:nvSpPr>
          <p:cNvPr id="280" name="Google Shape;280;p26"/>
          <p:cNvSpPr txBox="1"/>
          <p:nvPr>
            <p:ph idx="1" type="subTitle"/>
          </p:nvPr>
        </p:nvSpPr>
        <p:spPr>
          <a:xfrm>
            <a:off x="5039700" y="2675288"/>
            <a:ext cx="2491800" cy="108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81" name="Google Shape;281;p26"/>
          <p:cNvSpPr txBox="1"/>
          <p:nvPr>
            <p:ph type="title"/>
          </p:nvPr>
        </p:nvSpPr>
        <p:spPr>
          <a:xfrm>
            <a:off x="5039700" y="1387913"/>
            <a:ext cx="2491800" cy="11919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2" name="Google Shape;282;p26"/>
          <p:cNvSpPr/>
          <p:nvPr/>
        </p:nvSpPr>
        <p:spPr>
          <a:xfrm flipH="1" rot="10800000">
            <a:off x="-479825" y="-457200"/>
            <a:ext cx="1313700" cy="2724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6"/>
          <p:cNvSpPr/>
          <p:nvPr/>
        </p:nvSpPr>
        <p:spPr>
          <a:xfrm>
            <a:off x="-479825" y="-57992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6"/>
          <p:cNvSpPr/>
          <p:nvPr/>
        </p:nvSpPr>
        <p:spPr>
          <a:xfrm flipH="1">
            <a:off x="7551900" y="1920775"/>
            <a:ext cx="1744500" cy="3292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6"/>
          <p:cNvSpPr/>
          <p:nvPr/>
        </p:nvSpPr>
        <p:spPr>
          <a:xfrm>
            <a:off x="72770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6"/>
          <p:cNvSpPr/>
          <p:nvPr/>
        </p:nvSpPr>
        <p:spPr>
          <a:xfrm>
            <a:off x="76650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_1_1">
    <p:spTree>
      <p:nvGrpSpPr>
        <p:cNvPr id="287" name="Shape 287"/>
        <p:cNvGrpSpPr/>
        <p:nvPr/>
      </p:nvGrpSpPr>
      <p:grpSpPr>
        <a:xfrm>
          <a:off x="0" y="0"/>
          <a:ext cx="0" cy="0"/>
          <a:chOff x="0" y="0"/>
          <a:chExt cx="0" cy="0"/>
        </a:xfrm>
      </p:grpSpPr>
      <p:sp>
        <p:nvSpPr>
          <p:cNvPr id="288" name="Google Shape;288;p27"/>
          <p:cNvSpPr txBox="1"/>
          <p:nvPr>
            <p:ph idx="1" type="subTitle"/>
          </p:nvPr>
        </p:nvSpPr>
        <p:spPr>
          <a:xfrm>
            <a:off x="2067900" y="2675288"/>
            <a:ext cx="2491800" cy="10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a:lvl1pPr>
            <a:lvl2pPr lvl="1" rtl="0" algn="r">
              <a:lnSpc>
                <a:spcPct val="100000"/>
              </a:lnSpc>
              <a:spcBef>
                <a:spcPts val="0"/>
              </a:spcBef>
              <a:spcAft>
                <a:spcPts val="0"/>
              </a:spcAft>
              <a:buSzPts val="1200"/>
              <a:buNone/>
              <a:defRPr/>
            </a:lvl2pPr>
            <a:lvl3pPr lvl="2" rtl="0" algn="r">
              <a:lnSpc>
                <a:spcPct val="100000"/>
              </a:lnSpc>
              <a:spcBef>
                <a:spcPts val="0"/>
              </a:spcBef>
              <a:spcAft>
                <a:spcPts val="0"/>
              </a:spcAft>
              <a:buSzPts val="1200"/>
              <a:buNone/>
              <a:defRPr/>
            </a:lvl3pPr>
            <a:lvl4pPr lvl="3" rtl="0" algn="r">
              <a:lnSpc>
                <a:spcPct val="100000"/>
              </a:lnSpc>
              <a:spcBef>
                <a:spcPts val="0"/>
              </a:spcBef>
              <a:spcAft>
                <a:spcPts val="0"/>
              </a:spcAft>
              <a:buSzPts val="1200"/>
              <a:buNone/>
              <a:defRPr/>
            </a:lvl4pPr>
            <a:lvl5pPr lvl="4" rtl="0" algn="r">
              <a:lnSpc>
                <a:spcPct val="100000"/>
              </a:lnSpc>
              <a:spcBef>
                <a:spcPts val="0"/>
              </a:spcBef>
              <a:spcAft>
                <a:spcPts val="0"/>
              </a:spcAft>
              <a:buSzPts val="1200"/>
              <a:buNone/>
              <a:defRPr/>
            </a:lvl5pPr>
            <a:lvl6pPr lvl="5" rtl="0" algn="r">
              <a:lnSpc>
                <a:spcPct val="100000"/>
              </a:lnSpc>
              <a:spcBef>
                <a:spcPts val="0"/>
              </a:spcBef>
              <a:spcAft>
                <a:spcPts val="0"/>
              </a:spcAft>
              <a:buSzPts val="1200"/>
              <a:buNone/>
              <a:defRPr/>
            </a:lvl6pPr>
            <a:lvl7pPr lvl="6" rtl="0" algn="r">
              <a:lnSpc>
                <a:spcPct val="100000"/>
              </a:lnSpc>
              <a:spcBef>
                <a:spcPts val="0"/>
              </a:spcBef>
              <a:spcAft>
                <a:spcPts val="0"/>
              </a:spcAft>
              <a:buSzPts val="1200"/>
              <a:buNone/>
              <a:defRPr/>
            </a:lvl7pPr>
            <a:lvl8pPr lvl="7" rtl="0" algn="r">
              <a:lnSpc>
                <a:spcPct val="100000"/>
              </a:lnSpc>
              <a:spcBef>
                <a:spcPts val="0"/>
              </a:spcBef>
              <a:spcAft>
                <a:spcPts val="0"/>
              </a:spcAft>
              <a:buSzPts val="1200"/>
              <a:buNone/>
              <a:defRPr/>
            </a:lvl8pPr>
            <a:lvl9pPr lvl="8" rtl="0" algn="r">
              <a:lnSpc>
                <a:spcPct val="100000"/>
              </a:lnSpc>
              <a:spcBef>
                <a:spcPts val="0"/>
              </a:spcBef>
              <a:spcAft>
                <a:spcPts val="0"/>
              </a:spcAft>
              <a:buSzPts val="1200"/>
              <a:buNone/>
              <a:defRPr/>
            </a:lvl9pPr>
          </a:lstStyle>
          <a:p/>
        </p:txBody>
      </p:sp>
      <p:sp>
        <p:nvSpPr>
          <p:cNvPr id="289" name="Google Shape;289;p27"/>
          <p:cNvSpPr txBox="1"/>
          <p:nvPr>
            <p:ph type="title"/>
          </p:nvPr>
        </p:nvSpPr>
        <p:spPr>
          <a:xfrm>
            <a:off x="2067900" y="1387913"/>
            <a:ext cx="2491800" cy="1191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300"/>
              <a:buNone/>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290" name="Google Shape;290;p27"/>
          <p:cNvSpPr/>
          <p:nvPr/>
        </p:nvSpPr>
        <p:spPr>
          <a:xfrm flipH="1">
            <a:off x="8367600" y="3747775"/>
            <a:ext cx="776400" cy="1465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7"/>
          <p:cNvSpPr/>
          <p:nvPr/>
        </p:nvSpPr>
        <p:spPr>
          <a:xfrm>
            <a:off x="8102075" y="312677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7"/>
          <p:cNvSpPr/>
          <p:nvPr/>
        </p:nvSpPr>
        <p:spPr>
          <a:xfrm>
            <a:off x="-280465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7"/>
          <p:cNvSpPr/>
          <p:nvPr/>
        </p:nvSpPr>
        <p:spPr>
          <a:xfrm>
            <a:off x="713950" y="-760825"/>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3_1_1_1_1">
    <p:spTree>
      <p:nvGrpSpPr>
        <p:cNvPr id="294" name="Shape 294"/>
        <p:cNvGrpSpPr/>
        <p:nvPr/>
      </p:nvGrpSpPr>
      <p:grpSpPr>
        <a:xfrm>
          <a:off x="0" y="0"/>
          <a:ext cx="0" cy="0"/>
          <a:chOff x="0" y="0"/>
          <a:chExt cx="0" cy="0"/>
        </a:xfrm>
      </p:grpSpPr>
      <p:sp>
        <p:nvSpPr>
          <p:cNvPr id="295" name="Google Shape;295;p28"/>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6" name="Google Shape;296;p28"/>
          <p:cNvSpPr txBox="1"/>
          <p:nvPr>
            <p:ph idx="1" type="subTitle"/>
          </p:nvPr>
        </p:nvSpPr>
        <p:spPr>
          <a:xfrm>
            <a:off x="713950" y="1180550"/>
            <a:ext cx="7716000" cy="1246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3_1_1_1_1_1">
    <p:spTree>
      <p:nvGrpSpPr>
        <p:cNvPr id="297" name="Shape 297"/>
        <p:cNvGrpSpPr/>
        <p:nvPr/>
      </p:nvGrpSpPr>
      <p:grpSpPr>
        <a:xfrm>
          <a:off x="0" y="0"/>
          <a:ext cx="0" cy="0"/>
          <a:chOff x="0" y="0"/>
          <a:chExt cx="0" cy="0"/>
        </a:xfrm>
      </p:grpSpPr>
      <p:sp>
        <p:nvSpPr>
          <p:cNvPr id="298" name="Google Shape;298;p29"/>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9" name="Google Shape;299;p29"/>
          <p:cNvSpPr txBox="1"/>
          <p:nvPr>
            <p:ph idx="1" type="subTitle"/>
          </p:nvPr>
        </p:nvSpPr>
        <p:spPr>
          <a:xfrm>
            <a:off x="713950" y="1180550"/>
            <a:ext cx="4771200" cy="325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300" name="Google Shape;300;p29"/>
          <p:cNvSpPr txBox="1"/>
          <p:nvPr>
            <p:ph idx="2" type="subTitle"/>
          </p:nvPr>
        </p:nvSpPr>
        <p:spPr>
          <a:xfrm>
            <a:off x="5870100" y="1674150"/>
            <a:ext cx="2559900" cy="102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301" name="Google Shape;301;p29"/>
          <p:cNvSpPr/>
          <p:nvPr/>
        </p:nvSpPr>
        <p:spPr>
          <a:xfrm flipH="1" rot="10800000">
            <a:off x="-479825" y="-457200"/>
            <a:ext cx="1313700" cy="2724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9"/>
          <p:cNvSpPr/>
          <p:nvPr/>
        </p:nvSpPr>
        <p:spPr>
          <a:xfrm>
            <a:off x="-479825" y="-57992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9"/>
          <p:cNvSpPr/>
          <p:nvPr/>
        </p:nvSpPr>
        <p:spPr>
          <a:xfrm flipH="1">
            <a:off x="7780500" y="1920775"/>
            <a:ext cx="1744500" cy="3292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9"/>
          <p:cNvSpPr/>
          <p:nvPr/>
        </p:nvSpPr>
        <p:spPr>
          <a:xfrm>
            <a:off x="7505625" y="1061150"/>
            <a:ext cx="2509473" cy="4215804"/>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9"/>
          <p:cNvSpPr/>
          <p:nvPr/>
        </p:nvSpPr>
        <p:spPr>
          <a:xfrm>
            <a:off x="7893675" y="2654900"/>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5">
    <p:spTree>
      <p:nvGrpSpPr>
        <p:cNvPr id="306" name="Shape 306"/>
        <p:cNvGrpSpPr/>
        <p:nvPr/>
      </p:nvGrpSpPr>
      <p:grpSpPr>
        <a:xfrm>
          <a:off x="0" y="0"/>
          <a:ext cx="0" cy="0"/>
          <a:chOff x="0" y="0"/>
          <a:chExt cx="0" cy="0"/>
        </a:xfrm>
      </p:grpSpPr>
      <p:sp>
        <p:nvSpPr>
          <p:cNvPr id="307" name="Google Shape;307;p30"/>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8" name="Google Shape;308;p30"/>
          <p:cNvSpPr/>
          <p:nvPr/>
        </p:nvSpPr>
        <p:spPr>
          <a:xfrm flipH="1">
            <a:off x="8384100" y="3882200"/>
            <a:ext cx="759900" cy="1330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0"/>
          <p:cNvSpPr/>
          <p:nvPr/>
        </p:nvSpPr>
        <p:spPr>
          <a:xfrm>
            <a:off x="8108832" y="4062307"/>
            <a:ext cx="950729" cy="1104502"/>
          </a:xfrm>
          <a:custGeom>
            <a:rect b="b" l="l" r="r" t="t"/>
            <a:pathLst>
              <a:path extrusionOk="0" h="27955" w="24063">
                <a:moveTo>
                  <a:pt x="13663" y="1"/>
                </a:moveTo>
                <a:lnTo>
                  <a:pt x="0" y="27955"/>
                </a:lnTo>
                <a:lnTo>
                  <a:pt x="10420" y="27955"/>
                </a:lnTo>
                <a:lnTo>
                  <a:pt x="2406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0"/>
          <p:cNvSpPr/>
          <p:nvPr/>
        </p:nvSpPr>
        <p:spPr>
          <a:xfrm>
            <a:off x="8460152" y="3384440"/>
            <a:ext cx="1129314" cy="1465742"/>
          </a:xfrm>
          <a:custGeom>
            <a:rect b="b" l="l" r="r" t="t"/>
            <a:pathLst>
              <a:path extrusionOk="0" h="37098" w="28583">
                <a:moveTo>
                  <a:pt x="18162" y="0"/>
                </a:moveTo>
                <a:lnTo>
                  <a:pt x="13685" y="9144"/>
                </a:lnTo>
                <a:lnTo>
                  <a:pt x="1" y="37098"/>
                </a:lnTo>
                <a:lnTo>
                  <a:pt x="10420" y="37098"/>
                </a:lnTo>
                <a:lnTo>
                  <a:pt x="2858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0"/>
          <p:cNvSpPr/>
          <p:nvPr/>
        </p:nvSpPr>
        <p:spPr>
          <a:xfrm flipH="1" rot="10800000">
            <a:off x="-479825" y="-457200"/>
            <a:ext cx="1313700" cy="2724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0"/>
          <p:cNvSpPr/>
          <p:nvPr/>
        </p:nvSpPr>
        <p:spPr>
          <a:xfrm>
            <a:off x="-479825" y="-579925"/>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_1">
    <p:spTree>
      <p:nvGrpSpPr>
        <p:cNvPr id="313" name="Shape 313"/>
        <p:cNvGrpSpPr/>
        <p:nvPr/>
      </p:nvGrpSpPr>
      <p:grpSpPr>
        <a:xfrm>
          <a:off x="0" y="0"/>
          <a:ext cx="0" cy="0"/>
          <a:chOff x="0" y="0"/>
          <a:chExt cx="0" cy="0"/>
        </a:xfrm>
      </p:grpSpPr>
      <p:sp>
        <p:nvSpPr>
          <p:cNvPr id="314" name="Google Shape;314;p31"/>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5" name="Google Shape;315;p31"/>
          <p:cNvSpPr/>
          <p:nvPr/>
        </p:nvSpPr>
        <p:spPr>
          <a:xfrm flipH="1" rot="10800000">
            <a:off x="-479825" y="-457200"/>
            <a:ext cx="1313700" cy="2724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1"/>
          <p:cNvSpPr/>
          <p:nvPr/>
        </p:nvSpPr>
        <p:spPr>
          <a:xfrm>
            <a:off x="-479825" y="-57992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1"/>
          <p:cNvSpPr/>
          <p:nvPr/>
        </p:nvSpPr>
        <p:spPr>
          <a:xfrm flipH="1">
            <a:off x="8367600" y="3747775"/>
            <a:ext cx="776400" cy="1465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1"/>
          <p:cNvSpPr/>
          <p:nvPr/>
        </p:nvSpPr>
        <p:spPr>
          <a:xfrm>
            <a:off x="8102075" y="3126775"/>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_1_1">
    <p:spTree>
      <p:nvGrpSpPr>
        <p:cNvPr id="319" name="Shape 319"/>
        <p:cNvGrpSpPr/>
        <p:nvPr/>
      </p:nvGrpSpPr>
      <p:grpSpPr>
        <a:xfrm>
          <a:off x="0" y="0"/>
          <a:ext cx="0" cy="0"/>
          <a:chOff x="0" y="0"/>
          <a:chExt cx="0" cy="0"/>
        </a:xfrm>
      </p:grpSpPr>
      <p:sp>
        <p:nvSpPr>
          <p:cNvPr id="320" name="Google Shape;320;p32"/>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1" name="Google Shape;321;p32"/>
          <p:cNvSpPr/>
          <p:nvPr/>
        </p:nvSpPr>
        <p:spPr>
          <a:xfrm>
            <a:off x="-34443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2"/>
          <p:cNvSpPr/>
          <p:nvPr/>
        </p:nvSpPr>
        <p:spPr>
          <a:xfrm>
            <a:off x="-1074187" y="-594000"/>
            <a:ext cx="2509473" cy="4215804"/>
          </a:xfrm>
          <a:custGeom>
            <a:rect b="b" l="l" r="r" t="t"/>
            <a:pathLst>
              <a:path extrusionOk="0" h="48544" w="28896">
                <a:moveTo>
                  <a:pt x="23749" y="0"/>
                </a:moveTo>
                <a:lnTo>
                  <a:pt x="1" y="48543"/>
                </a:lnTo>
                <a:lnTo>
                  <a:pt x="5148" y="48543"/>
                </a:lnTo>
                <a:lnTo>
                  <a:pt x="2889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2"/>
          <p:cNvSpPr/>
          <p:nvPr/>
        </p:nvSpPr>
        <p:spPr>
          <a:xfrm>
            <a:off x="-891925" y="540650"/>
            <a:ext cx="1480631" cy="2488597"/>
          </a:xfrm>
          <a:custGeom>
            <a:rect b="b" l="l" r="r" t="t"/>
            <a:pathLst>
              <a:path extrusionOk="0" h="38898" w="23143">
                <a:moveTo>
                  <a:pt x="19020" y="1"/>
                </a:moveTo>
                <a:lnTo>
                  <a:pt x="1" y="38898"/>
                </a:lnTo>
                <a:lnTo>
                  <a:pt x="4123" y="38898"/>
                </a:lnTo>
                <a:lnTo>
                  <a:pt x="231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2"/>
          <p:cNvSpPr/>
          <p:nvPr/>
        </p:nvSpPr>
        <p:spPr>
          <a:xfrm flipH="1">
            <a:off x="8367600" y="3747775"/>
            <a:ext cx="776400" cy="14652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2"/>
          <p:cNvSpPr/>
          <p:nvPr/>
        </p:nvSpPr>
        <p:spPr>
          <a:xfrm>
            <a:off x="8102075" y="312677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326" name="Shape 326"/>
        <p:cNvGrpSpPr/>
        <p:nvPr/>
      </p:nvGrpSpPr>
      <p:grpSpPr>
        <a:xfrm>
          <a:off x="0" y="0"/>
          <a:ext cx="0" cy="0"/>
          <a:chOff x="0" y="0"/>
          <a:chExt cx="0" cy="0"/>
        </a:xfrm>
      </p:grpSpPr>
      <p:sp>
        <p:nvSpPr>
          <p:cNvPr id="327" name="Google Shape;327;p33"/>
          <p:cNvSpPr txBox="1"/>
          <p:nvPr>
            <p:ph type="title"/>
          </p:nvPr>
        </p:nvSpPr>
        <p:spPr>
          <a:xfrm>
            <a:off x="2154750" y="535300"/>
            <a:ext cx="4835100" cy="100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000"/>
              <a:buNone/>
              <a:defRPr sz="7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8" name="Google Shape;328;p33"/>
          <p:cNvSpPr txBox="1"/>
          <p:nvPr>
            <p:ph idx="1" type="subTitle"/>
          </p:nvPr>
        </p:nvSpPr>
        <p:spPr>
          <a:xfrm>
            <a:off x="2154750" y="1691225"/>
            <a:ext cx="4835100" cy="112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a:lvl1pPr>
            <a:lvl2pPr lvl="1" rtl="0" algn="ctr">
              <a:lnSpc>
                <a:spcPct val="115000"/>
              </a:lnSpc>
              <a:spcBef>
                <a:spcPts val="0"/>
              </a:spcBef>
              <a:spcAft>
                <a:spcPts val="0"/>
              </a:spcAft>
              <a:buSzPts val="1200"/>
              <a:buNone/>
              <a:defRPr/>
            </a:lvl2pPr>
            <a:lvl3pPr lvl="2" rtl="0" algn="ctr">
              <a:lnSpc>
                <a:spcPct val="115000"/>
              </a:lnSpc>
              <a:spcBef>
                <a:spcPts val="0"/>
              </a:spcBef>
              <a:spcAft>
                <a:spcPts val="0"/>
              </a:spcAft>
              <a:buSzPts val="1200"/>
              <a:buNone/>
              <a:defRPr/>
            </a:lvl3pPr>
            <a:lvl4pPr lvl="3" rtl="0" algn="ctr">
              <a:lnSpc>
                <a:spcPct val="115000"/>
              </a:lnSpc>
              <a:spcBef>
                <a:spcPts val="0"/>
              </a:spcBef>
              <a:spcAft>
                <a:spcPts val="0"/>
              </a:spcAft>
              <a:buSzPts val="1200"/>
              <a:buNone/>
              <a:defRPr/>
            </a:lvl4pPr>
            <a:lvl5pPr lvl="4" rtl="0" algn="ctr">
              <a:lnSpc>
                <a:spcPct val="115000"/>
              </a:lnSpc>
              <a:spcBef>
                <a:spcPts val="0"/>
              </a:spcBef>
              <a:spcAft>
                <a:spcPts val="0"/>
              </a:spcAft>
              <a:buSzPts val="1200"/>
              <a:buNone/>
              <a:defRPr/>
            </a:lvl5pPr>
            <a:lvl6pPr lvl="5" rtl="0" algn="ctr">
              <a:lnSpc>
                <a:spcPct val="115000"/>
              </a:lnSpc>
              <a:spcBef>
                <a:spcPts val="0"/>
              </a:spcBef>
              <a:spcAft>
                <a:spcPts val="0"/>
              </a:spcAft>
              <a:buSzPts val="1200"/>
              <a:buNone/>
              <a:defRPr/>
            </a:lvl6pPr>
            <a:lvl7pPr lvl="6" rtl="0" algn="ctr">
              <a:lnSpc>
                <a:spcPct val="115000"/>
              </a:lnSpc>
              <a:spcBef>
                <a:spcPts val="0"/>
              </a:spcBef>
              <a:spcAft>
                <a:spcPts val="0"/>
              </a:spcAft>
              <a:buSzPts val="1200"/>
              <a:buNone/>
              <a:defRPr/>
            </a:lvl7pPr>
            <a:lvl8pPr lvl="7" rtl="0" algn="ctr">
              <a:lnSpc>
                <a:spcPct val="115000"/>
              </a:lnSpc>
              <a:spcBef>
                <a:spcPts val="0"/>
              </a:spcBef>
              <a:spcAft>
                <a:spcPts val="0"/>
              </a:spcAft>
              <a:buSzPts val="1200"/>
              <a:buNone/>
              <a:defRPr/>
            </a:lvl8pPr>
            <a:lvl9pPr lvl="8" rtl="0" algn="ctr">
              <a:lnSpc>
                <a:spcPct val="115000"/>
              </a:lnSpc>
              <a:spcBef>
                <a:spcPts val="0"/>
              </a:spcBef>
              <a:spcAft>
                <a:spcPts val="0"/>
              </a:spcAft>
              <a:buSzPts val="1200"/>
              <a:buNone/>
              <a:defRPr/>
            </a:lvl9pPr>
          </a:lstStyle>
          <a:p/>
        </p:txBody>
      </p:sp>
      <p:sp>
        <p:nvSpPr>
          <p:cNvPr id="329" name="Google Shape;329;p33"/>
          <p:cNvSpPr txBox="1"/>
          <p:nvPr/>
        </p:nvSpPr>
        <p:spPr>
          <a:xfrm>
            <a:off x="2154850" y="3712700"/>
            <a:ext cx="4835100" cy="552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100">
                <a:solidFill>
                  <a:schemeClr val="lt2"/>
                </a:solidFill>
                <a:latin typeface="Lato"/>
                <a:ea typeface="Lato"/>
                <a:cs typeface="Lato"/>
                <a:sym typeface="Lato"/>
              </a:rPr>
              <a:t>CREDITS: This presentation template was created by </a:t>
            </a:r>
            <a:r>
              <a:rPr b="1" lang="en" sz="1100">
                <a:solidFill>
                  <a:schemeClr val="lt2"/>
                </a:solidFill>
                <a:uFill>
                  <a:noFill/>
                </a:uFill>
                <a:latin typeface="Lato"/>
                <a:ea typeface="Lato"/>
                <a:cs typeface="Lato"/>
                <a:sym typeface="Lato"/>
                <a:hlinkClick r:id="rId2">
                  <a:extLst>
                    <a:ext uri="{A12FA001-AC4F-418D-AE19-62706E023703}">
                      <ahyp:hlinkClr val="tx"/>
                    </a:ext>
                  </a:extLst>
                </a:hlinkClick>
              </a:rPr>
              <a:t>Slidesgo</a:t>
            </a:r>
            <a:r>
              <a:rPr lang="en" sz="1100">
                <a:solidFill>
                  <a:schemeClr val="lt2"/>
                </a:solidFill>
                <a:latin typeface="Lato"/>
                <a:ea typeface="Lato"/>
                <a:cs typeface="Lato"/>
                <a:sym typeface="Lato"/>
              </a:rPr>
              <a:t>, and includes icons by </a:t>
            </a:r>
            <a:r>
              <a:rPr b="1" lang="en" sz="1100">
                <a:solidFill>
                  <a:schemeClr val="lt2"/>
                </a:solidFill>
                <a:uFill>
                  <a:noFill/>
                </a:uFill>
                <a:latin typeface="Lato"/>
                <a:ea typeface="Lato"/>
                <a:cs typeface="Lato"/>
                <a:sym typeface="Lato"/>
                <a:hlinkClick r:id="rId3">
                  <a:extLst>
                    <a:ext uri="{A12FA001-AC4F-418D-AE19-62706E023703}">
                      <ahyp:hlinkClr val="tx"/>
                    </a:ext>
                  </a:extLst>
                </a:hlinkClick>
              </a:rPr>
              <a:t>Flaticon</a:t>
            </a:r>
            <a:r>
              <a:rPr lang="en" sz="1100">
                <a:solidFill>
                  <a:schemeClr val="lt2"/>
                </a:solidFill>
                <a:latin typeface="Lato"/>
                <a:ea typeface="Lato"/>
                <a:cs typeface="Lato"/>
                <a:sym typeface="Lato"/>
              </a:rPr>
              <a:t>, and infographics &amp; images by </a:t>
            </a:r>
            <a:r>
              <a:rPr b="1" lang="en" sz="1100">
                <a:solidFill>
                  <a:schemeClr val="lt2"/>
                </a:solidFill>
                <a:uFill>
                  <a:noFill/>
                </a:uFill>
                <a:latin typeface="Lato"/>
                <a:ea typeface="Lato"/>
                <a:cs typeface="Lato"/>
                <a:sym typeface="Lato"/>
                <a:hlinkClick r:id="rId4">
                  <a:extLst>
                    <a:ext uri="{A12FA001-AC4F-418D-AE19-62706E023703}">
                      <ahyp:hlinkClr val="tx"/>
                    </a:ext>
                  </a:extLst>
                </a:hlinkClick>
              </a:rPr>
              <a:t>Freepik</a:t>
            </a:r>
            <a:r>
              <a:rPr b="1" lang="en" sz="1100">
                <a:solidFill>
                  <a:schemeClr val="lt2"/>
                </a:solidFill>
                <a:latin typeface="Lato"/>
                <a:ea typeface="Lato"/>
                <a:cs typeface="Lato"/>
                <a:sym typeface="Lato"/>
              </a:rPr>
              <a:t> </a:t>
            </a:r>
            <a:endParaRPr b="1" sz="1100">
              <a:solidFill>
                <a:schemeClr val="lt2"/>
              </a:solidFill>
              <a:latin typeface="Lato"/>
              <a:ea typeface="Lato"/>
              <a:cs typeface="Lato"/>
              <a:sym typeface="Lato"/>
            </a:endParaRPr>
          </a:p>
        </p:txBody>
      </p:sp>
      <p:sp>
        <p:nvSpPr>
          <p:cNvPr id="330" name="Google Shape;330;p33"/>
          <p:cNvSpPr/>
          <p:nvPr/>
        </p:nvSpPr>
        <p:spPr>
          <a:xfrm>
            <a:off x="-257605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3"/>
          <p:cNvSpPr/>
          <p:nvPr/>
        </p:nvSpPr>
        <p:spPr>
          <a:xfrm>
            <a:off x="-215150" y="154240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3"/>
          <p:cNvSpPr/>
          <p:nvPr/>
        </p:nvSpPr>
        <p:spPr>
          <a:xfrm>
            <a:off x="1226550" y="857950"/>
            <a:ext cx="361800" cy="361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3"/>
          <p:cNvSpPr/>
          <p:nvPr/>
        </p:nvSpPr>
        <p:spPr>
          <a:xfrm>
            <a:off x="686055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3"/>
          <p:cNvSpPr/>
          <p:nvPr/>
        </p:nvSpPr>
        <p:spPr>
          <a:xfrm>
            <a:off x="7673824" y="-587026"/>
            <a:ext cx="2188439" cy="3676480"/>
          </a:xfrm>
          <a:custGeom>
            <a:rect b="b" l="l" r="r" t="t"/>
            <a:pathLst>
              <a:path extrusionOk="0" h="48544" w="28896">
                <a:moveTo>
                  <a:pt x="23749" y="0"/>
                </a:moveTo>
                <a:lnTo>
                  <a:pt x="1" y="48543"/>
                </a:lnTo>
                <a:lnTo>
                  <a:pt x="5148" y="48543"/>
                </a:lnTo>
                <a:lnTo>
                  <a:pt x="288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3"/>
          <p:cNvSpPr/>
          <p:nvPr/>
        </p:nvSpPr>
        <p:spPr>
          <a:xfrm>
            <a:off x="8637600" y="275437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336" name="Shape 336"/>
        <p:cNvGrpSpPr/>
        <p:nvPr/>
      </p:nvGrpSpPr>
      <p:grpSpPr>
        <a:xfrm>
          <a:off x="0" y="0"/>
          <a:ext cx="0" cy="0"/>
          <a:chOff x="0" y="0"/>
          <a:chExt cx="0" cy="0"/>
        </a:xfrm>
      </p:grpSpPr>
      <p:sp>
        <p:nvSpPr>
          <p:cNvPr id="337" name="Google Shape;337;p34"/>
          <p:cNvSpPr/>
          <p:nvPr/>
        </p:nvSpPr>
        <p:spPr>
          <a:xfrm>
            <a:off x="-2529900" y="-762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4"/>
          <p:cNvSpPr/>
          <p:nvPr/>
        </p:nvSpPr>
        <p:spPr>
          <a:xfrm>
            <a:off x="110200" y="101565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4"/>
          <p:cNvSpPr/>
          <p:nvPr/>
        </p:nvSpPr>
        <p:spPr>
          <a:xfrm>
            <a:off x="7896125" y="823750"/>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4"/>
          <p:cNvSpPr/>
          <p:nvPr/>
        </p:nvSpPr>
        <p:spPr>
          <a:xfrm>
            <a:off x="8468735" y="4248012"/>
            <a:ext cx="827675" cy="605539"/>
          </a:xfrm>
          <a:custGeom>
            <a:rect b="b" l="l" r="r" t="t"/>
            <a:pathLst>
              <a:path extrusionOk="0" h="11864" w="16217">
                <a:moveTo>
                  <a:pt x="5817" y="0"/>
                </a:moveTo>
                <a:lnTo>
                  <a:pt x="0" y="11864"/>
                </a:lnTo>
                <a:lnTo>
                  <a:pt x="10420" y="11864"/>
                </a:lnTo>
                <a:lnTo>
                  <a:pt x="1621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4"/>
          <p:cNvSpPr/>
          <p:nvPr/>
        </p:nvSpPr>
        <p:spPr>
          <a:xfrm>
            <a:off x="8014850" y="4248012"/>
            <a:ext cx="1026313" cy="1014573"/>
          </a:xfrm>
          <a:custGeom>
            <a:rect b="b" l="l" r="r" t="t"/>
            <a:pathLst>
              <a:path extrusionOk="0" h="19878" w="20109">
                <a:moveTo>
                  <a:pt x="9709" y="0"/>
                </a:moveTo>
                <a:lnTo>
                  <a:pt x="1" y="19878"/>
                </a:lnTo>
                <a:lnTo>
                  <a:pt x="10421" y="19878"/>
                </a:lnTo>
                <a:lnTo>
                  <a:pt x="14313" y="11864"/>
                </a:lnTo>
                <a:lnTo>
                  <a:pt x="201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4"/>
          <p:cNvSpPr/>
          <p:nvPr/>
        </p:nvSpPr>
        <p:spPr>
          <a:xfrm rot="10800000">
            <a:off x="8033113" y="394075"/>
            <a:ext cx="636900" cy="636900"/>
          </a:xfrm>
          <a:prstGeom prst="cube">
            <a:avLst>
              <a:gd fmla="val 25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4"/>
          <p:cNvSpPr/>
          <p:nvPr/>
        </p:nvSpPr>
        <p:spPr>
          <a:xfrm>
            <a:off x="1426527" y="-450098"/>
            <a:ext cx="1129314" cy="1465742"/>
          </a:xfrm>
          <a:custGeom>
            <a:rect b="b" l="l" r="r" t="t"/>
            <a:pathLst>
              <a:path extrusionOk="0" h="37098" w="28583">
                <a:moveTo>
                  <a:pt x="18162" y="0"/>
                </a:moveTo>
                <a:lnTo>
                  <a:pt x="13685" y="9144"/>
                </a:lnTo>
                <a:lnTo>
                  <a:pt x="1" y="37098"/>
                </a:lnTo>
                <a:lnTo>
                  <a:pt x="10420" y="37098"/>
                </a:lnTo>
                <a:lnTo>
                  <a:pt x="2858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344" name="Shape 344"/>
        <p:cNvGrpSpPr/>
        <p:nvPr/>
      </p:nvGrpSpPr>
      <p:grpSpPr>
        <a:xfrm>
          <a:off x="0" y="0"/>
          <a:ext cx="0" cy="0"/>
          <a:chOff x="0" y="0"/>
          <a:chExt cx="0" cy="0"/>
        </a:xfrm>
      </p:grpSpPr>
      <p:grpSp>
        <p:nvGrpSpPr>
          <p:cNvPr id="345" name="Google Shape;345;p35"/>
          <p:cNvGrpSpPr/>
          <p:nvPr/>
        </p:nvGrpSpPr>
        <p:grpSpPr>
          <a:xfrm>
            <a:off x="341225" y="280388"/>
            <a:ext cx="1167050" cy="520500"/>
            <a:chOff x="5393175" y="292313"/>
            <a:chExt cx="1167050" cy="520500"/>
          </a:xfrm>
        </p:grpSpPr>
        <p:sp>
          <p:nvSpPr>
            <p:cNvPr id="346" name="Google Shape;346;p35"/>
            <p:cNvSpPr/>
            <p:nvPr/>
          </p:nvSpPr>
          <p:spPr>
            <a:xfrm>
              <a:off x="53931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5"/>
            <p:cNvSpPr/>
            <p:nvPr/>
          </p:nvSpPr>
          <p:spPr>
            <a:xfrm>
              <a:off x="565942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5"/>
            <p:cNvSpPr/>
            <p:nvPr/>
          </p:nvSpPr>
          <p:spPr>
            <a:xfrm>
              <a:off x="5924650" y="292313"/>
              <a:ext cx="104625" cy="104650"/>
            </a:xfrm>
            <a:custGeom>
              <a:rect b="b" l="l" r="r" t="t"/>
              <a:pathLst>
                <a:path extrusionOk="0" h="4186" w="4185">
                  <a:moveTo>
                    <a:pt x="2092" y="1"/>
                  </a:moveTo>
                  <a:cubicBezTo>
                    <a:pt x="942" y="1"/>
                    <a:pt x="0" y="942"/>
                    <a:pt x="0" y="2093"/>
                  </a:cubicBezTo>
                  <a:cubicBezTo>
                    <a:pt x="0" y="3244"/>
                    <a:pt x="942" y="4185"/>
                    <a:pt x="2092" y="4185"/>
                  </a:cubicBezTo>
                  <a:cubicBezTo>
                    <a:pt x="3243" y="4185"/>
                    <a:pt x="4185" y="3244"/>
                    <a:pt x="4185" y="2093"/>
                  </a:cubicBezTo>
                  <a:cubicBezTo>
                    <a:pt x="4185" y="942"/>
                    <a:pt x="3243" y="1"/>
                    <a:pt x="20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5"/>
            <p:cNvSpPr/>
            <p:nvPr/>
          </p:nvSpPr>
          <p:spPr>
            <a:xfrm>
              <a:off x="6190375" y="292313"/>
              <a:ext cx="104625" cy="104650"/>
            </a:xfrm>
            <a:custGeom>
              <a:rect b="b" l="l" r="r" t="t"/>
              <a:pathLst>
                <a:path extrusionOk="0" h="4186" w="4185">
                  <a:moveTo>
                    <a:pt x="2093" y="1"/>
                  </a:moveTo>
                  <a:cubicBezTo>
                    <a:pt x="942" y="1"/>
                    <a:pt x="0" y="942"/>
                    <a:pt x="0" y="2093"/>
                  </a:cubicBezTo>
                  <a:cubicBezTo>
                    <a:pt x="0" y="3244"/>
                    <a:pt x="942" y="4185"/>
                    <a:pt x="2093" y="4185"/>
                  </a:cubicBezTo>
                  <a:cubicBezTo>
                    <a:pt x="3243" y="4185"/>
                    <a:pt x="4185" y="3244"/>
                    <a:pt x="4185" y="2093"/>
                  </a:cubicBezTo>
                  <a:cubicBezTo>
                    <a:pt x="4185" y="942"/>
                    <a:pt x="3243"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5"/>
            <p:cNvSpPr/>
            <p:nvPr/>
          </p:nvSpPr>
          <p:spPr>
            <a:xfrm>
              <a:off x="64555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5" y="3244"/>
                    <a:pt x="4185" y="2093"/>
                  </a:cubicBezTo>
                  <a:cubicBezTo>
                    <a:pt x="4185"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5"/>
            <p:cNvSpPr/>
            <p:nvPr/>
          </p:nvSpPr>
          <p:spPr>
            <a:xfrm>
              <a:off x="53931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5"/>
            <p:cNvSpPr/>
            <p:nvPr/>
          </p:nvSpPr>
          <p:spPr>
            <a:xfrm>
              <a:off x="565942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5"/>
            <p:cNvSpPr/>
            <p:nvPr/>
          </p:nvSpPr>
          <p:spPr>
            <a:xfrm>
              <a:off x="5924650" y="500513"/>
              <a:ext cx="104625" cy="104650"/>
            </a:xfrm>
            <a:custGeom>
              <a:rect b="b" l="l" r="r" t="t"/>
              <a:pathLst>
                <a:path extrusionOk="0" h="4186" w="4185">
                  <a:moveTo>
                    <a:pt x="2092" y="0"/>
                  </a:moveTo>
                  <a:cubicBezTo>
                    <a:pt x="942" y="0"/>
                    <a:pt x="0" y="942"/>
                    <a:pt x="0" y="2093"/>
                  </a:cubicBezTo>
                  <a:cubicBezTo>
                    <a:pt x="0" y="3244"/>
                    <a:pt x="942" y="4185"/>
                    <a:pt x="2092" y="4185"/>
                  </a:cubicBezTo>
                  <a:cubicBezTo>
                    <a:pt x="3243" y="4185"/>
                    <a:pt x="4185" y="3244"/>
                    <a:pt x="4185" y="2093"/>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5"/>
            <p:cNvSpPr/>
            <p:nvPr/>
          </p:nvSpPr>
          <p:spPr>
            <a:xfrm>
              <a:off x="6190375" y="500513"/>
              <a:ext cx="104625" cy="104650"/>
            </a:xfrm>
            <a:custGeom>
              <a:rect b="b" l="l" r="r" t="t"/>
              <a:pathLst>
                <a:path extrusionOk="0" h="4186" w="4185">
                  <a:moveTo>
                    <a:pt x="2093" y="0"/>
                  </a:moveTo>
                  <a:cubicBezTo>
                    <a:pt x="942" y="0"/>
                    <a:pt x="0" y="942"/>
                    <a:pt x="0" y="2093"/>
                  </a:cubicBezTo>
                  <a:cubicBezTo>
                    <a:pt x="0" y="3244"/>
                    <a:pt x="942" y="4185"/>
                    <a:pt x="2093" y="4185"/>
                  </a:cubicBezTo>
                  <a:cubicBezTo>
                    <a:pt x="3243" y="4185"/>
                    <a:pt x="4185" y="3244"/>
                    <a:pt x="4185" y="2093"/>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5"/>
            <p:cNvSpPr/>
            <p:nvPr/>
          </p:nvSpPr>
          <p:spPr>
            <a:xfrm>
              <a:off x="64555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5" y="3244"/>
                    <a:pt x="4185" y="2093"/>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5"/>
            <p:cNvSpPr/>
            <p:nvPr/>
          </p:nvSpPr>
          <p:spPr>
            <a:xfrm>
              <a:off x="53931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p:nvPr/>
          </p:nvSpPr>
          <p:spPr>
            <a:xfrm>
              <a:off x="565942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5"/>
            <p:cNvSpPr/>
            <p:nvPr/>
          </p:nvSpPr>
          <p:spPr>
            <a:xfrm>
              <a:off x="5924650" y="708188"/>
              <a:ext cx="104625" cy="104625"/>
            </a:xfrm>
            <a:custGeom>
              <a:rect b="b" l="l" r="r" t="t"/>
              <a:pathLst>
                <a:path extrusionOk="0" h="4185" w="4185">
                  <a:moveTo>
                    <a:pt x="2092" y="0"/>
                  </a:moveTo>
                  <a:cubicBezTo>
                    <a:pt x="942" y="0"/>
                    <a:pt x="0" y="942"/>
                    <a:pt x="0" y="2092"/>
                  </a:cubicBezTo>
                  <a:cubicBezTo>
                    <a:pt x="0" y="3243"/>
                    <a:pt x="942" y="4185"/>
                    <a:pt x="2092" y="4185"/>
                  </a:cubicBezTo>
                  <a:cubicBezTo>
                    <a:pt x="3243" y="4185"/>
                    <a:pt x="4185" y="3243"/>
                    <a:pt x="4185" y="2092"/>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5"/>
            <p:cNvSpPr/>
            <p:nvPr/>
          </p:nvSpPr>
          <p:spPr>
            <a:xfrm>
              <a:off x="6190375" y="708188"/>
              <a:ext cx="104625" cy="104625"/>
            </a:xfrm>
            <a:custGeom>
              <a:rect b="b" l="l" r="r" t="t"/>
              <a:pathLst>
                <a:path extrusionOk="0" h="4185" w="4185">
                  <a:moveTo>
                    <a:pt x="2093" y="0"/>
                  </a:moveTo>
                  <a:cubicBezTo>
                    <a:pt x="942" y="0"/>
                    <a:pt x="0" y="942"/>
                    <a:pt x="0" y="2092"/>
                  </a:cubicBezTo>
                  <a:cubicBezTo>
                    <a:pt x="0" y="3243"/>
                    <a:pt x="942" y="4185"/>
                    <a:pt x="2093" y="4185"/>
                  </a:cubicBezTo>
                  <a:cubicBezTo>
                    <a:pt x="3243" y="4185"/>
                    <a:pt x="4185" y="3243"/>
                    <a:pt x="4185" y="2092"/>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5"/>
            <p:cNvSpPr/>
            <p:nvPr/>
          </p:nvSpPr>
          <p:spPr>
            <a:xfrm>
              <a:off x="64555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5" y="3243"/>
                    <a:pt x="4185" y="2092"/>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1" name="Google Shape;361;p35"/>
          <p:cNvSpPr/>
          <p:nvPr/>
        </p:nvSpPr>
        <p:spPr>
          <a:xfrm flipH="1">
            <a:off x="8039989" y="4212900"/>
            <a:ext cx="618600" cy="618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5"/>
          <p:cNvSpPr/>
          <p:nvPr/>
        </p:nvSpPr>
        <p:spPr>
          <a:xfrm flipH="1">
            <a:off x="7809425" y="3991375"/>
            <a:ext cx="728889" cy="728889"/>
          </a:xfrm>
          <a:custGeom>
            <a:rect b="b" l="l" r="r" t="t"/>
            <a:pathLst>
              <a:path extrusionOk="0" h="36743" w="36743">
                <a:moveTo>
                  <a:pt x="9081" y="461"/>
                </a:moveTo>
                <a:lnTo>
                  <a:pt x="9081" y="9102"/>
                </a:lnTo>
                <a:lnTo>
                  <a:pt x="440" y="9102"/>
                </a:lnTo>
                <a:lnTo>
                  <a:pt x="440" y="461"/>
                </a:lnTo>
                <a:close/>
                <a:moveTo>
                  <a:pt x="9081" y="9541"/>
                </a:moveTo>
                <a:lnTo>
                  <a:pt x="9081" y="18183"/>
                </a:lnTo>
                <a:lnTo>
                  <a:pt x="440" y="18183"/>
                </a:lnTo>
                <a:lnTo>
                  <a:pt x="440" y="9541"/>
                </a:lnTo>
                <a:close/>
                <a:moveTo>
                  <a:pt x="18162" y="9541"/>
                </a:moveTo>
                <a:lnTo>
                  <a:pt x="18162" y="18183"/>
                </a:lnTo>
                <a:lnTo>
                  <a:pt x="9521" y="18183"/>
                </a:lnTo>
                <a:lnTo>
                  <a:pt x="9521" y="9541"/>
                </a:lnTo>
                <a:close/>
                <a:moveTo>
                  <a:pt x="9081" y="18622"/>
                </a:moveTo>
                <a:lnTo>
                  <a:pt x="9081" y="27243"/>
                </a:lnTo>
                <a:lnTo>
                  <a:pt x="440" y="27243"/>
                </a:lnTo>
                <a:lnTo>
                  <a:pt x="440" y="18622"/>
                </a:lnTo>
                <a:close/>
                <a:moveTo>
                  <a:pt x="18162" y="18622"/>
                </a:moveTo>
                <a:lnTo>
                  <a:pt x="18162" y="27243"/>
                </a:lnTo>
                <a:lnTo>
                  <a:pt x="9521" y="27243"/>
                </a:lnTo>
                <a:lnTo>
                  <a:pt x="9521" y="18622"/>
                </a:lnTo>
                <a:close/>
                <a:moveTo>
                  <a:pt x="27222" y="18622"/>
                </a:moveTo>
                <a:lnTo>
                  <a:pt x="27222" y="27243"/>
                </a:lnTo>
                <a:lnTo>
                  <a:pt x="18602" y="27243"/>
                </a:lnTo>
                <a:lnTo>
                  <a:pt x="18602" y="18622"/>
                </a:lnTo>
                <a:close/>
                <a:moveTo>
                  <a:pt x="9081" y="27661"/>
                </a:moveTo>
                <a:lnTo>
                  <a:pt x="9081" y="36303"/>
                </a:lnTo>
                <a:lnTo>
                  <a:pt x="440" y="36303"/>
                </a:lnTo>
                <a:lnTo>
                  <a:pt x="440" y="27661"/>
                </a:lnTo>
                <a:close/>
                <a:moveTo>
                  <a:pt x="18162" y="27661"/>
                </a:moveTo>
                <a:lnTo>
                  <a:pt x="18162" y="36303"/>
                </a:lnTo>
                <a:lnTo>
                  <a:pt x="9521" y="36303"/>
                </a:lnTo>
                <a:lnTo>
                  <a:pt x="9521" y="27661"/>
                </a:lnTo>
                <a:close/>
                <a:moveTo>
                  <a:pt x="27222" y="27661"/>
                </a:moveTo>
                <a:lnTo>
                  <a:pt x="27222" y="36303"/>
                </a:lnTo>
                <a:lnTo>
                  <a:pt x="18602" y="36303"/>
                </a:lnTo>
                <a:lnTo>
                  <a:pt x="18602" y="27661"/>
                </a:lnTo>
                <a:close/>
                <a:moveTo>
                  <a:pt x="36303" y="27661"/>
                </a:moveTo>
                <a:lnTo>
                  <a:pt x="36303" y="36303"/>
                </a:lnTo>
                <a:lnTo>
                  <a:pt x="27661" y="36303"/>
                </a:lnTo>
                <a:lnTo>
                  <a:pt x="27661" y="27661"/>
                </a:lnTo>
                <a:close/>
                <a:moveTo>
                  <a:pt x="1" y="0"/>
                </a:moveTo>
                <a:lnTo>
                  <a:pt x="1" y="9060"/>
                </a:lnTo>
                <a:lnTo>
                  <a:pt x="1" y="9520"/>
                </a:lnTo>
                <a:lnTo>
                  <a:pt x="1" y="18141"/>
                </a:lnTo>
                <a:lnTo>
                  <a:pt x="1" y="18601"/>
                </a:lnTo>
                <a:lnTo>
                  <a:pt x="1" y="27222"/>
                </a:lnTo>
                <a:lnTo>
                  <a:pt x="1" y="27661"/>
                </a:lnTo>
                <a:lnTo>
                  <a:pt x="1" y="36742"/>
                </a:lnTo>
                <a:lnTo>
                  <a:pt x="36742" y="36742"/>
                </a:lnTo>
                <a:lnTo>
                  <a:pt x="36742" y="27222"/>
                </a:lnTo>
                <a:lnTo>
                  <a:pt x="27661" y="27222"/>
                </a:lnTo>
                <a:lnTo>
                  <a:pt x="27661" y="18141"/>
                </a:lnTo>
                <a:lnTo>
                  <a:pt x="18602" y="18141"/>
                </a:lnTo>
                <a:lnTo>
                  <a:pt x="18602" y="9060"/>
                </a:lnTo>
                <a:lnTo>
                  <a:pt x="9521" y="9060"/>
                </a:lnTo>
                <a:lnTo>
                  <a:pt x="9521" y="0"/>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2.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950" y="540650"/>
            <a:ext cx="7716000" cy="572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3300"/>
              <a:buFont typeface="Raleway"/>
              <a:buNone/>
              <a:defRPr b="1" sz="3300">
                <a:solidFill>
                  <a:schemeClr val="lt2"/>
                </a:solidFill>
                <a:latin typeface="Raleway"/>
                <a:ea typeface="Raleway"/>
                <a:cs typeface="Raleway"/>
                <a:sym typeface="Raleway"/>
              </a:defRPr>
            </a:lvl1pPr>
            <a:lvl2pPr lvl="1">
              <a:lnSpc>
                <a:spcPct val="100000"/>
              </a:lnSpc>
              <a:spcBef>
                <a:spcPts val="0"/>
              </a:spcBef>
              <a:spcAft>
                <a:spcPts val="0"/>
              </a:spcAft>
              <a:buClr>
                <a:schemeClr val="lt2"/>
              </a:buClr>
              <a:buSzPts val="2800"/>
              <a:buNone/>
              <a:defRPr sz="2800">
                <a:solidFill>
                  <a:schemeClr val="lt2"/>
                </a:solidFill>
              </a:defRPr>
            </a:lvl2pPr>
            <a:lvl3pPr lvl="2">
              <a:lnSpc>
                <a:spcPct val="100000"/>
              </a:lnSpc>
              <a:spcBef>
                <a:spcPts val="0"/>
              </a:spcBef>
              <a:spcAft>
                <a:spcPts val="0"/>
              </a:spcAft>
              <a:buClr>
                <a:schemeClr val="lt2"/>
              </a:buClr>
              <a:buSzPts val="2800"/>
              <a:buNone/>
              <a:defRPr sz="2800">
                <a:solidFill>
                  <a:schemeClr val="lt2"/>
                </a:solidFill>
              </a:defRPr>
            </a:lvl3pPr>
            <a:lvl4pPr lvl="3">
              <a:lnSpc>
                <a:spcPct val="100000"/>
              </a:lnSpc>
              <a:spcBef>
                <a:spcPts val="0"/>
              </a:spcBef>
              <a:spcAft>
                <a:spcPts val="0"/>
              </a:spcAft>
              <a:buClr>
                <a:schemeClr val="lt2"/>
              </a:buClr>
              <a:buSzPts val="2800"/>
              <a:buNone/>
              <a:defRPr sz="2800">
                <a:solidFill>
                  <a:schemeClr val="lt2"/>
                </a:solidFill>
              </a:defRPr>
            </a:lvl4pPr>
            <a:lvl5pPr lvl="4">
              <a:lnSpc>
                <a:spcPct val="100000"/>
              </a:lnSpc>
              <a:spcBef>
                <a:spcPts val="0"/>
              </a:spcBef>
              <a:spcAft>
                <a:spcPts val="0"/>
              </a:spcAft>
              <a:buClr>
                <a:schemeClr val="lt2"/>
              </a:buClr>
              <a:buSzPts val="2800"/>
              <a:buNone/>
              <a:defRPr sz="2800">
                <a:solidFill>
                  <a:schemeClr val="lt2"/>
                </a:solidFill>
              </a:defRPr>
            </a:lvl5pPr>
            <a:lvl6pPr lvl="5">
              <a:lnSpc>
                <a:spcPct val="100000"/>
              </a:lnSpc>
              <a:spcBef>
                <a:spcPts val="0"/>
              </a:spcBef>
              <a:spcAft>
                <a:spcPts val="0"/>
              </a:spcAft>
              <a:buClr>
                <a:schemeClr val="lt2"/>
              </a:buClr>
              <a:buSzPts val="2800"/>
              <a:buNone/>
              <a:defRPr sz="2800">
                <a:solidFill>
                  <a:schemeClr val="lt2"/>
                </a:solidFill>
              </a:defRPr>
            </a:lvl6pPr>
            <a:lvl7pPr lvl="6">
              <a:lnSpc>
                <a:spcPct val="100000"/>
              </a:lnSpc>
              <a:spcBef>
                <a:spcPts val="0"/>
              </a:spcBef>
              <a:spcAft>
                <a:spcPts val="0"/>
              </a:spcAft>
              <a:buClr>
                <a:schemeClr val="lt2"/>
              </a:buClr>
              <a:buSzPts val="2800"/>
              <a:buNone/>
              <a:defRPr sz="2800">
                <a:solidFill>
                  <a:schemeClr val="lt2"/>
                </a:solidFill>
              </a:defRPr>
            </a:lvl7pPr>
            <a:lvl8pPr lvl="7">
              <a:lnSpc>
                <a:spcPct val="100000"/>
              </a:lnSpc>
              <a:spcBef>
                <a:spcPts val="0"/>
              </a:spcBef>
              <a:spcAft>
                <a:spcPts val="0"/>
              </a:spcAft>
              <a:buClr>
                <a:schemeClr val="lt2"/>
              </a:buClr>
              <a:buSzPts val="2800"/>
              <a:buNone/>
              <a:defRPr sz="2800">
                <a:solidFill>
                  <a:schemeClr val="lt2"/>
                </a:solidFill>
              </a:defRPr>
            </a:lvl8pPr>
            <a:lvl9pPr lvl="8">
              <a:lnSpc>
                <a:spcPct val="100000"/>
              </a:lnSpc>
              <a:spcBef>
                <a:spcPts val="0"/>
              </a:spcBef>
              <a:spcAft>
                <a:spcPts val="0"/>
              </a:spcAft>
              <a:buClr>
                <a:schemeClr val="lt2"/>
              </a:buClr>
              <a:buSzPts val="2800"/>
              <a:buNone/>
              <a:defRPr sz="2800">
                <a:solidFill>
                  <a:schemeClr val="lt2"/>
                </a:solidFill>
              </a:defRPr>
            </a:lvl9pPr>
          </a:lstStyle>
          <a:p/>
        </p:txBody>
      </p:sp>
      <p:sp>
        <p:nvSpPr>
          <p:cNvPr id="7" name="Google Shape;7;p1"/>
          <p:cNvSpPr txBox="1"/>
          <p:nvPr>
            <p:ph idx="1" type="body"/>
          </p:nvPr>
        </p:nvSpPr>
        <p:spPr>
          <a:xfrm>
            <a:off x="713950" y="1248100"/>
            <a:ext cx="7716000" cy="33549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1pPr>
            <a:lvl2pPr indent="-304800" lvl="1" marL="914400">
              <a:lnSpc>
                <a:spcPct val="100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2pPr>
            <a:lvl3pPr indent="-304800" lvl="2" marL="1371600">
              <a:lnSpc>
                <a:spcPct val="100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3pPr>
            <a:lvl4pPr indent="-304800" lvl="3" marL="1828800">
              <a:lnSpc>
                <a:spcPct val="100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4pPr>
            <a:lvl5pPr indent="-304800" lvl="4" marL="2286000">
              <a:lnSpc>
                <a:spcPct val="100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5pPr>
            <a:lvl6pPr indent="-304800" lvl="5" marL="2743200">
              <a:lnSpc>
                <a:spcPct val="100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6pPr>
            <a:lvl7pPr indent="-304800" lvl="6" marL="3200400">
              <a:lnSpc>
                <a:spcPct val="100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7pPr>
            <a:lvl8pPr indent="-304800" lvl="7" marL="3657600">
              <a:lnSpc>
                <a:spcPct val="100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8pPr>
            <a:lvl9pPr indent="-304800" lvl="8" marL="4114800">
              <a:lnSpc>
                <a:spcPct val="100000"/>
              </a:lnSpc>
              <a:spcBef>
                <a:spcPts val="0"/>
              </a:spcBef>
              <a:spcAft>
                <a:spcPts val="0"/>
              </a:spcAft>
              <a:buClr>
                <a:schemeClr val="lt2"/>
              </a:buClr>
              <a:buSzPts val="1200"/>
              <a:buFont typeface="Lato"/>
              <a:buChar char="■"/>
              <a:defRPr sz="1200">
                <a:solidFill>
                  <a:schemeClr val="lt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sp>
        <p:nvSpPr>
          <p:cNvPr id="367" name="Google Shape;367;p36"/>
          <p:cNvSpPr/>
          <p:nvPr/>
        </p:nvSpPr>
        <p:spPr>
          <a:xfrm>
            <a:off x="7717075" y="1513550"/>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6"/>
          <p:cNvSpPr txBox="1"/>
          <p:nvPr>
            <p:ph type="ctrTitle"/>
          </p:nvPr>
        </p:nvSpPr>
        <p:spPr>
          <a:xfrm>
            <a:off x="1743475" y="914338"/>
            <a:ext cx="5973600" cy="268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400">
                <a:latin typeface="Raleway ExtraBold"/>
                <a:ea typeface="Raleway ExtraBold"/>
                <a:cs typeface="Raleway ExtraBold"/>
                <a:sym typeface="Raleway ExtraBold"/>
              </a:rPr>
              <a:t>Analisis Deskriptif Genre Video Game Berdasarkan Penjualan Global, Regional, Dan Kategori Rating</a:t>
            </a:r>
            <a:endParaRPr sz="3400">
              <a:solidFill>
                <a:schemeClr val="lt2"/>
              </a:solidFill>
              <a:latin typeface="Raleway ExtraBold"/>
              <a:ea typeface="Raleway ExtraBold"/>
              <a:cs typeface="Raleway ExtraBold"/>
              <a:sym typeface="Raleway ExtraBold"/>
            </a:endParaRPr>
          </a:p>
        </p:txBody>
      </p:sp>
      <p:grpSp>
        <p:nvGrpSpPr>
          <p:cNvPr id="369" name="Google Shape;369;p36"/>
          <p:cNvGrpSpPr/>
          <p:nvPr/>
        </p:nvGrpSpPr>
        <p:grpSpPr>
          <a:xfrm>
            <a:off x="786175" y="464455"/>
            <a:ext cx="1071088" cy="287127"/>
            <a:chOff x="7243375" y="540647"/>
            <a:chExt cx="889977" cy="238576"/>
          </a:xfrm>
        </p:grpSpPr>
        <p:sp>
          <p:nvSpPr>
            <p:cNvPr id="370" name="Google Shape;370;p36"/>
            <p:cNvSpPr/>
            <p:nvPr/>
          </p:nvSpPr>
          <p:spPr>
            <a:xfrm>
              <a:off x="7243375" y="540647"/>
              <a:ext cx="79806" cy="79806"/>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6"/>
            <p:cNvSpPr/>
            <p:nvPr/>
          </p:nvSpPr>
          <p:spPr>
            <a:xfrm>
              <a:off x="7446413" y="540647"/>
              <a:ext cx="79806" cy="79806"/>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6"/>
            <p:cNvSpPr/>
            <p:nvPr/>
          </p:nvSpPr>
          <p:spPr>
            <a:xfrm>
              <a:off x="7648670" y="540647"/>
              <a:ext cx="79787" cy="79806"/>
            </a:xfrm>
            <a:custGeom>
              <a:rect b="b" l="l" r="r" t="t"/>
              <a:pathLst>
                <a:path extrusionOk="0" h="4186" w="4185">
                  <a:moveTo>
                    <a:pt x="2092" y="1"/>
                  </a:moveTo>
                  <a:cubicBezTo>
                    <a:pt x="942" y="1"/>
                    <a:pt x="0" y="942"/>
                    <a:pt x="0" y="2093"/>
                  </a:cubicBezTo>
                  <a:cubicBezTo>
                    <a:pt x="0" y="3244"/>
                    <a:pt x="942" y="4185"/>
                    <a:pt x="2092" y="4185"/>
                  </a:cubicBezTo>
                  <a:cubicBezTo>
                    <a:pt x="3243" y="4185"/>
                    <a:pt x="4185" y="3244"/>
                    <a:pt x="4185" y="2093"/>
                  </a:cubicBezTo>
                  <a:cubicBezTo>
                    <a:pt x="4185" y="942"/>
                    <a:pt x="3243" y="1"/>
                    <a:pt x="20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6"/>
            <p:cNvSpPr/>
            <p:nvPr/>
          </p:nvSpPr>
          <p:spPr>
            <a:xfrm>
              <a:off x="7851308" y="540647"/>
              <a:ext cx="79787" cy="79806"/>
            </a:xfrm>
            <a:custGeom>
              <a:rect b="b" l="l" r="r" t="t"/>
              <a:pathLst>
                <a:path extrusionOk="0" h="4186" w="4185">
                  <a:moveTo>
                    <a:pt x="2093" y="1"/>
                  </a:moveTo>
                  <a:cubicBezTo>
                    <a:pt x="942" y="1"/>
                    <a:pt x="0" y="942"/>
                    <a:pt x="0" y="2093"/>
                  </a:cubicBezTo>
                  <a:cubicBezTo>
                    <a:pt x="0" y="3244"/>
                    <a:pt x="942" y="4185"/>
                    <a:pt x="2093" y="4185"/>
                  </a:cubicBezTo>
                  <a:cubicBezTo>
                    <a:pt x="3243" y="4185"/>
                    <a:pt x="4185" y="3244"/>
                    <a:pt x="4185" y="2093"/>
                  </a:cubicBezTo>
                  <a:cubicBezTo>
                    <a:pt x="4185" y="942"/>
                    <a:pt x="3243"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6"/>
            <p:cNvSpPr/>
            <p:nvPr/>
          </p:nvSpPr>
          <p:spPr>
            <a:xfrm>
              <a:off x="8053546" y="540647"/>
              <a:ext cx="79806" cy="79806"/>
            </a:xfrm>
            <a:custGeom>
              <a:rect b="b" l="l" r="r" t="t"/>
              <a:pathLst>
                <a:path extrusionOk="0" h="4186" w="4186">
                  <a:moveTo>
                    <a:pt x="2093" y="1"/>
                  </a:moveTo>
                  <a:cubicBezTo>
                    <a:pt x="942" y="1"/>
                    <a:pt x="1" y="942"/>
                    <a:pt x="1" y="2093"/>
                  </a:cubicBezTo>
                  <a:cubicBezTo>
                    <a:pt x="1" y="3244"/>
                    <a:pt x="942" y="4185"/>
                    <a:pt x="2093" y="4185"/>
                  </a:cubicBezTo>
                  <a:cubicBezTo>
                    <a:pt x="3244" y="4185"/>
                    <a:pt x="4185" y="3244"/>
                    <a:pt x="4185" y="2093"/>
                  </a:cubicBezTo>
                  <a:cubicBezTo>
                    <a:pt x="4185"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6"/>
            <p:cNvSpPr/>
            <p:nvPr/>
          </p:nvSpPr>
          <p:spPr>
            <a:xfrm>
              <a:off x="7243375" y="699417"/>
              <a:ext cx="79806" cy="79806"/>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6"/>
            <p:cNvSpPr/>
            <p:nvPr/>
          </p:nvSpPr>
          <p:spPr>
            <a:xfrm>
              <a:off x="7446413" y="699417"/>
              <a:ext cx="79806" cy="79806"/>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6"/>
            <p:cNvSpPr/>
            <p:nvPr/>
          </p:nvSpPr>
          <p:spPr>
            <a:xfrm>
              <a:off x="7648670" y="699417"/>
              <a:ext cx="79787" cy="79806"/>
            </a:xfrm>
            <a:custGeom>
              <a:rect b="b" l="l" r="r" t="t"/>
              <a:pathLst>
                <a:path extrusionOk="0" h="4186" w="4185">
                  <a:moveTo>
                    <a:pt x="2092" y="0"/>
                  </a:moveTo>
                  <a:cubicBezTo>
                    <a:pt x="942" y="0"/>
                    <a:pt x="0" y="942"/>
                    <a:pt x="0" y="2093"/>
                  </a:cubicBezTo>
                  <a:cubicBezTo>
                    <a:pt x="0" y="3244"/>
                    <a:pt x="942" y="4185"/>
                    <a:pt x="2092" y="4185"/>
                  </a:cubicBezTo>
                  <a:cubicBezTo>
                    <a:pt x="3243" y="4185"/>
                    <a:pt x="4185" y="3244"/>
                    <a:pt x="4185" y="2093"/>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6"/>
            <p:cNvSpPr/>
            <p:nvPr/>
          </p:nvSpPr>
          <p:spPr>
            <a:xfrm>
              <a:off x="7851308" y="699417"/>
              <a:ext cx="79787" cy="79806"/>
            </a:xfrm>
            <a:custGeom>
              <a:rect b="b" l="l" r="r" t="t"/>
              <a:pathLst>
                <a:path extrusionOk="0" h="4186" w="4185">
                  <a:moveTo>
                    <a:pt x="2093" y="0"/>
                  </a:moveTo>
                  <a:cubicBezTo>
                    <a:pt x="942" y="0"/>
                    <a:pt x="0" y="942"/>
                    <a:pt x="0" y="2093"/>
                  </a:cubicBezTo>
                  <a:cubicBezTo>
                    <a:pt x="0" y="3244"/>
                    <a:pt x="942" y="4185"/>
                    <a:pt x="2093" y="4185"/>
                  </a:cubicBezTo>
                  <a:cubicBezTo>
                    <a:pt x="3243" y="4185"/>
                    <a:pt x="4185" y="3244"/>
                    <a:pt x="4185" y="2093"/>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6"/>
            <p:cNvSpPr/>
            <p:nvPr/>
          </p:nvSpPr>
          <p:spPr>
            <a:xfrm>
              <a:off x="8053546" y="699417"/>
              <a:ext cx="79806" cy="79806"/>
            </a:xfrm>
            <a:custGeom>
              <a:rect b="b" l="l" r="r" t="t"/>
              <a:pathLst>
                <a:path extrusionOk="0" h="4186" w="4186">
                  <a:moveTo>
                    <a:pt x="2093" y="0"/>
                  </a:moveTo>
                  <a:cubicBezTo>
                    <a:pt x="942" y="0"/>
                    <a:pt x="1" y="942"/>
                    <a:pt x="1" y="2093"/>
                  </a:cubicBezTo>
                  <a:cubicBezTo>
                    <a:pt x="1" y="3244"/>
                    <a:pt x="942" y="4185"/>
                    <a:pt x="2093" y="4185"/>
                  </a:cubicBezTo>
                  <a:cubicBezTo>
                    <a:pt x="3244" y="4185"/>
                    <a:pt x="4185" y="3244"/>
                    <a:pt x="4185" y="2093"/>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0" name="Google Shape;380;p36"/>
          <p:cNvSpPr/>
          <p:nvPr/>
        </p:nvSpPr>
        <p:spPr>
          <a:xfrm>
            <a:off x="599600" y="3993025"/>
            <a:ext cx="728889" cy="728889"/>
          </a:xfrm>
          <a:custGeom>
            <a:rect b="b" l="l" r="r" t="t"/>
            <a:pathLst>
              <a:path extrusionOk="0" h="36743" w="36743">
                <a:moveTo>
                  <a:pt x="9081" y="461"/>
                </a:moveTo>
                <a:lnTo>
                  <a:pt x="9081" y="9102"/>
                </a:lnTo>
                <a:lnTo>
                  <a:pt x="440" y="9102"/>
                </a:lnTo>
                <a:lnTo>
                  <a:pt x="440" y="461"/>
                </a:lnTo>
                <a:close/>
                <a:moveTo>
                  <a:pt x="9081" y="9541"/>
                </a:moveTo>
                <a:lnTo>
                  <a:pt x="9081" y="18183"/>
                </a:lnTo>
                <a:lnTo>
                  <a:pt x="440" y="18183"/>
                </a:lnTo>
                <a:lnTo>
                  <a:pt x="440" y="9541"/>
                </a:lnTo>
                <a:close/>
                <a:moveTo>
                  <a:pt x="18162" y="9541"/>
                </a:moveTo>
                <a:lnTo>
                  <a:pt x="18162" y="18183"/>
                </a:lnTo>
                <a:lnTo>
                  <a:pt x="9521" y="18183"/>
                </a:lnTo>
                <a:lnTo>
                  <a:pt x="9521" y="9541"/>
                </a:lnTo>
                <a:close/>
                <a:moveTo>
                  <a:pt x="9081" y="18622"/>
                </a:moveTo>
                <a:lnTo>
                  <a:pt x="9081" y="27243"/>
                </a:lnTo>
                <a:lnTo>
                  <a:pt x="440" y="27243"/>
                </a:lnTo>
                <a:lnTo>
                  <a:pt x="440" y="18622"/>
                </a:lnTo>
                <a:close/>
                <a:moveTo>
                  <a:pt x="18162" y="18622"/>
                </a:moveTo>
                <a:lnTo>
                  <a:pt x="18162" y="27243"/>
                </a:lnTo>
                <a:lnTo>
                  <a:pt x="9521" y="27243"/>
                </a:lnTo>
                <a:lnTo>
                  <a:pt x="9521" y="18622"/>
                </a:lnTo>
                <a:close/>
                <a:moveTo>
                  <a:pt x="27222" y="18622"/>
                </a:moveTo>
                <a:lnTo>
                  <a:pt x="27222" y="27243"/>
                </a:lnTo>
                <a:lnTo>
                  <a:pt x="18602" y="27243"/>
                </a:lnTo>
                <a:lnTo>
                  <a:pt x="18602" y="18622"/>
                </a:lnTo>
                <a:close/>
                <a:moveTo>
                  <a:pt x="9081" y="27661"/>
                </a:moveTo>
                <a:lnTo>
                  <a:pt x="9081" y="36303"/>
                </a:lnTo>
                <a:lnTo>
                  <a:pt x="440" y="36303"/>
                </a:lnTo>
                <a:lnTo>
                  <a:pt x="440" y="27661"/>
                </a:lnTo>
                <a:close/>
                <a:moveTo>
                  <a:pt x="18162" y="27661"/>
                </a:moveTo>
                <a:lnTo>
                  <a:pt x="18162" y="36303"/>
                </a:lnTo>
                <a:lnTo>
                  <a:pt x="9521" y="36303"/>
                </a:lnTo>
                <a:lnTo>
                  <a:pt x="9521" y="27661"/>
                </a:lnTo>
                <a:close/>
                <a:moveTo>
                  <a:pt x="27222" y="27661"/>
                </a:moveTo>
                <a:lnTo>
                  <a:pt x="27222" y="36303"/>
                </a:lnTo>
                <a:lnTo>
                  <a:pt x="18602" y="36303"/>
                </a:lnTo>
                <a:lnTo>
                  <a:pt x="18602" y="27661"/>
                </a:lnTo>
                <a:close/>
                <a:moveTo>
                  <a:pt x="36303" y="27661"/>
                </a:moveTo>
                <a:lnTo>
                  <a:pt x="36303" y="36303"/>
                </a:lnTo>
                <a:lnTo>
                  <a:pt x="27661" y="36303"/>
                </a:lnTo>
                <a:lnTo>
                  <a:pt x="27661" y="27661"/>
                </a:lnTo>
                <a:close/>
                <a:moveTo>
                  <a:pt x="1" y="0"/>
                </a:moveTo>
                <a:lnTo>
                  <a:pt x="1" y="9060"/>
                </a:lnTo>
                <a:lnTo>
                  <a:pt x="1" y="9520"/>
                </a:lnTo>
                <a:lnTo>
                  <a:pt x="1" y="18141"/>
                </a:lnTo>
                <a:lnTo>
                  <a:pt x="1" y="18601"/>
                </a:lnTo>
                <a:lnTo>
                  <a:pt x="1" y="27222"/>
                </a:lnTo>
                <a:lnTo>
                  <a:pt x="1" y="27661"/>
                </a:lnTo>
                <a:lnTo>
                  <a:pt x="1" y="36742"/>
                </a:lnTo>
                <a:lnTo>
                  <a:pt x="36742" y="36742"/>
                </a:lnTo>
                <a:lnTo>
                  <a:pt x="36742" y="27222"/>
                </a:lnTo>
                <a:lnTo>
                  <a:pt x="27661" y="27222"/>
                </a:lnTo>
                <a:lnTo>
                  <a:pt x="27661" y="18141"/>
                </a:lnTo>
                <a:lnTo>
                  <a:pt x="18602" y="18141"/>
                </a:lnTo>
                <a:lnTo>
                  <a:pt x="18602" y="9060"/>
                </a:lnTo>
                <a:lnTo>
                  <a:pt x="9521" y="9060"/>
                </a:lnTo>
                <a:lnTo>
                  <a:pt x="9521" y="0"/>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36"/>
          <p:cNvGrpSpPr/>
          <p:nvPr/>
        </p:nvGrpSpPr>
        <p:grpSpPr>
          <a:xfrm>
            <a:off x="7554291" y="464439"/>
            <a:ext cx="431895" cy="1356369"/>
            <a:chOff x="6385425" y="1587603"/>
            <a:chExt cx="763200" cy="2396836"/>
          </a:xfrm>
        </p:grpSpPr>
        <p:sp>
          <p:nvSpPr>
            <p:cNvPr id="382" name="Google Shape;382;p36"/>
            <p:cNvSpPr/>
            <p:nvPr/>
          </p:nvSpPr>
          <p:spPr>
            <a:xfrm rot="2700000">
              <a:off x="6497193" y="169937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6"/>
            <p:cNvSpPr/>
            <p:nvPr/>
          </p:nvSpPr>
          <p:spPr>
            <a:xfrm rot="2700000">
              <a:off x="6497193" y="251618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6"/>
            <p:cNvSpPr/>
            <p:nvPr/>
          </p:nvSpPr>
          <p:spPr>
            <a:xfrm rot="2700000">
              <a:off x="6497193" y="3333007"/>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5" name="Google Shape;385;p36"/>
          <p:cNvSpPr txBox="1"/>
          <p:nvPr>
            <p:ph idx="4294967295" type="title"/>
          </p:nvPr>
        </p:nvSpPr>
        <p:spPr>
          <a:xfrm>
            <a:off x="1743478" y="3666525"/>
            <a:ext cx="3607500" cy="47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1700"/>
              <a:t>Kelompok 22 - DALIS</a:t>
            </a:r>
            <a:endParaRPr b="0"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7"/>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Anggota</a:t>
            </a:r>
            <a:r>
              <a:rPr lang="en"/>
              <a:t> </a:t>
            </a:r>
            <a:r>
              <a:rPr b="0" lang="en">
                <a:solidFill>
                  <a:schemeClr val="accent2"/>
                </a:solidFill>
                <a:highlight>
                  <a:schemeClr val="lt2"/>
                </a:highlight>
              </a:rPr>
              <a:t>kelompok</a:t>
            </a:r>
            <a:endParaRPr b="0">
              <a:solidFill>
                <a:schemeClr val="accent2"/>
              </a:solidFill>
              <a:highlight>
                <a:schemeClr val="lt2"/>
              </a:highlight>
            </a:endParaRPr>
          </a:p>
        </p:txBody>
      </p:sp>
      <p:sp>
        <p:nvSpPr>
          <p:cNvPr id="391" name="Google Shape;391;p37"/>
          <p:cNvSpPr txBox="1"/>
          <p:nvPr>
            <p:ph idx="2" type="title"/>
          </p:nvPr>
        </p:nvSpPr>
        <p:spPr>
          <a:xfrm>
            <a:off x="3586925" y="2282575"/>
            <a:ext cx="1970100" cy="82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Albert Rapael</a:t>
            </a:r>
            <a:endParaRPr/>
          </a:p>
        </p:txBody>
      </p:sp>
      <p:sp>
        <p:nvSpPr>
          <p:cNvPr id="392" name="Google Shape;392;p37"/>
          <p:cNvSpPr txBox="1"/>
          <p:nvPr>
            <p:ph idx="3" type="title"/>
          </p:nvPr>
        </p:nvSpPr>
        <p:spPr>
          <a:xfrm>
            <a:off x="4061775" y="1857950"/>
            <a:ext cx="1049400" cy="35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065</a:t>
            </a:r>
            <a:endParaRPr/>
          </a:p>
        </p:txBody>
      </p:sp>
      <p:sp>
        <p:nvSpPr>
          <p:cNvPr id="393" name="Google Shape;393;p37"/>
          <p:cNvSpPr txBox="1"/>
          <p:nvPr>
            <p:ph idx="4" type="title"/>
          </p:nvPr>
        </p:nvSpPr>
        <p:spPr>
          <a:xfrm>
            <a:off x="5827775" y="2282575"/>
            <a:ext cx="1970100" cy="82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Sarah Tobing</a:t>
            </a:r>
            <a:endParaRPr/>
          </a:p>
        </p:txBody>
      </p:sp>
      <p:sp>
        <p:nvSpPr>
          <p:cNvPr id="394" name="Google Shape;394;p37"/>
          <p:cNvSpPr txBox="1"/>
          <p:nvPr>
            <p:ph idx="5" type="title"/>
          </p:nvPr>
        </p:nvSpPr>
        <p:spPr>
          <a:xfrm>
            <a:off x="6299075" y="1857950"/>
            <a:ext cx="1049400" cy="3597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068</a:t>
            </a:r>
            <a:endParaRPr/>
          </a:p>
        </p:txBody>
      </p:sp>
      <p:sp>
        <p:nvSpPr>
          <p:cNvPr id="395" name="Google Shape;395;p37"/>
          <p:cNvSpPr txBox="1"/>
          <p:nvPr>
            <p:ph idx="6" type="title"/>
          </p:nvPr>
        </p:nvSpPr>
        <p:spPr>
          <a:xfrm>
            <a:off x="1178650" y="2282575"/>
            <a:ext cx="2408400" cy="82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Luana Banjarnahor</a:t>
            </a:r>
            <a:endParaRPr/>
          </a:p>
        </p:txBody>
      </p:sp>
      <p:sp>
        <p:nvSpPr>
          <p:cNvPr id="396" name="Google Shape;396;p37"/>
          <p:cNvSpPr txBox="1"/>
          <p:nvPr>
            <p:ph idx="7" type="title"/>
          </p:nvPr>
        </p:nvSpPr>
        <p:spPr>
          <a:xfrm>
            <a:off x="1789875" y="1857950"/>
            <a:ext cx="1153200" cy="35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063</a:t>
            </a:r>
            <a:endParaRPr/>
          </a:p>
        </p:txBody>
      </p:sp>
      <p:sp>
        <p:nvSpPr>
          <p:cNvPr id="397" name="Google Shape;397;p37"/>
          <p:cNvSpPr/>
          <p:nvPr/>
        </p:nvSpPr>
        <p:spPr>
          <a:xfrm rot="-756625">
            <a:off x="8023496" y="680476"/>
            <a:ext cx="614100" cy="515536"/>
          </a:xfrm>
          <a:custGeom>
            <a:rect b="b" l="l" r="r" t="t"/>
            <a:pathLst>
              <a:path extrusionOk="0" h="29756" w="35445">
                <a:moveTo>
                  <a:pt x="25677" y="1"/>
                </a:moveTo>
                <a:cubicBezTo>
                  <a:pt x="24652" y="1"/>
                  <a:pt x="23615" y="301"/>
                  <a:pt x="22702" y="925"/>
                </a:cubicBezTo>
                <a:cubicBezTo>
                  <a:pt x="20317" y="2536"/>
                  <a:pt x="19752" y="5779"/>
                  <a:pt x="21363" y="8164"/>
                </a:cubicBezTo>
                <a:cubicBezTo>
                  <a:pt x="23623" y="11408"/>
                  <a:pt x="22807" y="15843"/>
                  <a:pt x="19564" y="18082"/>
                </a:cubicBezTo>
                <a:cubicBezTo>
                  <a:pt x="18331" y="18933"/>
                  <a:pt x="16926" y="19340"/>
                  <a:pt x="15535" y="19340"/>
                </a:cubicBezTo>
                <a:cubicBezTo>
                  <a:pt x="13269" y="19340"/>
                  <a:pt x="11042" y="18259"/>
                  <a:pt x="9667" y="16262"/>
                </a:cubicBezTo>
                <a:cubicBezTo>
                  <a:pt x="8658" y="14801"/>
                  <a:pt x="7026" y="14011"/>
                  <a:pt x="5368" y="14011"/>
                </a:cubicBezTo>
                <a:cubicBezTo>
                  <a:pt x="4344" y="14011"/>
                  <a:pt x="3310" y="14312"/>
                  <a:pt x="2407" y="14944"/>
                </a:cubicBezTo>
                <a:cubicBezTo>
                  <a:pt x="1214" y="15739"/>
                  <a:pt x="482" y="16973"/>
                  <a:pt x="251" y="18291"/>
                </a:cubicBezTo>
                <a:cubicBezTo>
                  <a:pt x="0" y="19589"/>
                  <a:pt x="272" y="21011"/>
                  <a:pt x="1088" y="22183"/>
                </a:cubicBezTo>
                <a:cubicBezTo>
                  <a:pt x="4479" y="27115"/>
                  <a:pt x="9968" y="29756"/>
                  <a:pt x="15544" y="29756"/>
                </a:cubicBezTo>
                <a:cubicBezTo>
                  <a:pt x="18982" y="29756"/>
                  <a:pt x="22453" y="28752"/>
                  <a:pt x="25485" y="26661"/>
                </a:cubicBezTo>
                <a:cubicBezTo>
                  <a:pt x="33457" y="21158"/>
                  <a:pt x="35445" y="10194"/>
                  <a:pt x="29963" y="2243"/>
                </a:cubicBezTo>
                <a:cubicBezTo>
                  <a:pt x="28955" y="783"/>
                  <a:pt x="27332" y="1"/>
                  <a:pt x="256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7"/>
          <p:cNvSpPr/>
          <p:nvPr/>
        </p:nvSpPr>
        <p:spPr>
          <a:xfrm rot="-756625">
            <a:off x="8099696" y="756676"/>
            <a:ext cx="614100" cy="515536"/>
          </a:xfrm>
          <a:custGeom>
            <a:rect b="b" l="l" r="r" t="t"/>
            <a:pathLst>
              <a:path extrusionOk="0" h="29756" w="35445">
                <a:moveTo>
                  <a:pt x="25677" y="1"/>
                </a:moveTo>
                <a:cubicBezTo>
                  <a:pt x="24652" y="1"/>
                  <a:pt x="23615" y="301"/>
                  <a:pt x="22702" y="925"/>
                </a:cubicBezTo>
                <a:cubicBezTo>
                  <a:pt x="20317" y="2536"/>
                  <a:pt x="19752" y="5779"/>
                  <a:pt x="21363" y="8164"/>
                </a:cubicBezTo>
                <a:cubicBezTo>
                  <a:pt x="23623" y="11408"/>
                  <a:pt x="22807" y="15843"/>
                  <a:pt x="19564" y="18082"/>
                </a:cubicBezTo>
                <a:cubicBezTo>
                  <a:pt x="18331" y="18933"/>
                  <a:pt x="16926" y="19340"/>
                  <a:pt x="15535" y="19340"/>
                </a:cubicBezTo>
                <a:cubicBezTo>
                  <a:pt x="13269" y="19340"/>
                  <a:pt x="11042" y="18259"/>
                  <a:pt x="9667" y="16262"/>
                </a:cubicBezTo>
                <a:cubicBezTo>
                  <a:pt x="8658" y="14801"/>
                  <a:pt x="7026" y="14011"/>
                  <a:pt x="5368" y="14011"/>
                </a:cubicBezTo>
                <a:cubicBezTo>
                  <a:pt x="4344" y="14011"/>
                  <a:pt x="3310" y="14312"/>
                  <a:pt x="2407" y="14944"/>
                </a:cubicBezTo>
                <a:cubicBezTo>
                  <a:pt x="1214" y="15739"/>
                  <a:pt x="482" y="16973"/>
                  <a:pt x="251" y="18291"/>
                </a:cubicBezTo>
                <a:cubicBezTo>
                  <a:pt x="0" y="19589"/>
                  <a:pt x="272" y="21011"/>
                  <a:pt x="1088" y="22183"/>
                </a:cubicBezTo>
                <a:cubicBezTo>
                  <a:pt x="4479" y="27115"/>
                  <a:pt x="9968" y="29756"/>
                  <a:pt x="15544" y="29756"/>
                </a:cubicBezTo>
                <a:cubicBezTo>
                  <a:pt x="18982" y="29756"/>
                  <a:pt x="22453" y="28752"/>
                  <a:pt x="25485" y="26661"/>
                </a:cubicBezTo>
                <a:cubicBezTo>
                  <a:pt x="33457" y="21158"/>
                  <a:pt x="35445" y="10194"/>
                  <a:pt x="29963" y="2243"/>
                </a:cubicBezTo>
                <a:cubicBezTo>
                  <a:pt x="28955" y="783"/>
                  <a:pt x="27332" y="1"/>
                  <a:pt x="25677" y="1"/>
                </a:cubicBezTo>
                <a:close/>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7"/>
          <p:cNvSpPr/>
          <p:nvPr/>
        </p:nvSpPr>
        <p:spPr>
          <a:xfrm>
            <a:off x="533050" y="4433650"/>
            <a:ext cx="361800" cy="361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8"/>
          <p:cNvSpPr/>
          <p:nvPr/>
        </p:nvSpPr>
        <p:spPr>
          <a:xfrm>
            <a:off x="781763" y="4079425"/>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8"/>
          <p:cNvSpPr txBox="1"/>
          <p:nvPr>
            <p:ph type="title"/>
          </p:nvPr>
        </p:nvSpPr>
        <p:spPr>
          <a:xfrm>
            <a:off x="713950" y="540650"/>
            <a:ext cx="771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Outlines</a:t>
            </a:r>
            <a:endParaRPr b="0">
              <a:solidFill>
                <a:schemeClr val="accent2"/>
              </a:solidFill>
              <a:highlight>
                <a:schemeClr val="lt2"/>
              </a:highlight>
            </a:endParaRPr>
          </a:p>
        </p:txBody>
      </p:sp>
      <p:grpSp>
        <p:nvGrpSpPr>
          <p:cNvPr id="406" name="Google Shape;406;p38"/>
          <p:cNvGrpSpPr/>
          <p:nvPr/>
        </p:nvGrpSpPr>
        <p:grpSpPr>
          <a:xfrm>
            <a:off x="7799000" y="566738"/>
            <a:ext cx="1167050" cy="520500"/>
            <a:chOff x="5393175" y="292313"/>
            <a:chExt cx="1167050" cy="520500"/>
          </a:xfrm>
        </p:grpSpPr>
        <p:sp>
          <p:nvSpPr>
            <p:cNvPr id="407" name="Google Shape;407;p38"/>
            <p:cNvSpPr/>
            <p:nvPr/>
          </p:nvSpPr>
          <p:spPr>
            <a:xfrm>
              <a:off x="53931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8"/>
            <p:cNvSpPr/>
            <p:nvPr/>
          </p:nvSpPr>
          <p:spPr>
            <a:xfrm>
              <a:off x="565942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8"/>
            <p:cNvSpPr/>
            <p:nvPr/>
          </p:nvSpPr>
          <p:spPr>
            <a:xfrm>
              <a:off x="5924650" y="292313"/>
              <a:ext cx="104625" cy="104650"/>
            </a:xfrm>
            <a:custGeom>
              <a:rect b="b" l="l" r="r" t="t"/>
              <a:pathLst>
                <a:path extrusionOk="0" h="4186" w="4185">
                  <a:moveTo>
                    <a:pt x="2092" y="1"/>
                  </a:moveTo>
                  <a:cubicBezTo>
                    <a:pt x="942" y="1"/>
                    <a:pt x="0" y="942"/>
                    <a:pt x="0" y="2093"/>
                  </a:cubicBezTo>
                  <a:cubicBezTo>
                    <a:pt x="0" y="3244"/>
                    <a:pt x="942" y="4185"/>
                    <a:pt x="2092" y="4185"/>
                  </a:cubicBezTo>
                  <a:cubicBezTo>
                    <a:pt x="3243" y="4185"/>
                    <a:pt x="4185" y="3244"/>
                    <a:pt x="4185" y="2093"/>
                  </a:cubicBezTo>
                  <a:cubicBezTo>
                    <a:pt x="4185" y="942"/>
                    <a:pt x="3243" y="1"/>
                    <a:pt x="20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8"/>
            <p:cNvSpPr/>
            <p:nvPr/>
          </p:nvSpPr>
          <p:spPr>
            <a:xfrm>
              <a:off x="6190375" y="292313"/>
              <a:ext cx="104625" cy="104650"/>
            </a:xfrm>
            <a:custGeom>
              <a:rect b="b" l="l" r="r" t="t"/>
              <a:pathLst>
                <a:path extrusionOk="0" h="4186" w="4185">
                  <a:moveTo>
                    <a:pt x="2093" y="1"/>
                  </a:moveTo>
                  <a:cubicBezTo>
                    <a:pt x="942" y="1"/>
                    <a:pt x="0" y="942"/>
                    <a:pt x="0" y="2093"/>
                  </a:cubicBezTo>
                  <a:cubicBezTo>
                    <a:pt x="0" y="3244"/>
                    <a:pt x="942" y="4185"/>
                    <a:pt x="2093" y="4185"/>
                  </a:cubicBezTo>
                  <a:cubicBezTo>
                    <a:pt x="3243" y="4185"/>
                    <a:pt x="4185" y="3244"/>
                    <a:pt x="4185" y="2093"/>
                  </a:cubicBezTo>
                  <a:cubicBezTo>
                    <a:pt x="4185" y="942"/>
                    <a:pt x="3243" y="1"/>
                    <a:pt x="2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8"/>
            <p:cNvSpPr/>
            <p:nvPr/>
          </p:nvSpPr>
          <p:spPr>
            <a:xfrm>
              <a:off x="64555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5" y="3244"/>
                    <a:pt x="4185" y="2093"/>
                  </a:cubicBezTo>
                  <a:cubicBezTo>
                    <a:pt x="4185" y="942"/>
                    <a:pt x="3244" y="1"/>
                    <a:pt x="2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8"/>
            <p:cNvSpPr/>
            <p:nvPr/>
          </p:nvSpPr>
          <p:spPr>
            <a:xfrm>
              <a:off x="53931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8"/>
            <p:cNvSpPr/>
            <p:nvPr/>
          </p:nvSpPr>
          <p:spPr>
            <a:xfrm>
              <a:off x="565942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8"/>
            <p:cNvSpPr/>
            <p:nvPr/>
          </p:nvSpPr>
          <p:spPr>
            <a:xfrm>
              <a:off x="5924650" y="500513"/>
              <a:ext cx="104625" cy="104650"/>
            </a:xfrm>
            <a:custGeom>
              <a:rect b="b" l="l" r="r" t="t"/>
              <a:pathLst>
                <a:path extrusionOk="0" h="4186" w="4185">
                  <a:moveTo>
                    <a:pt x="2092" y="0"/>
                  </a:moveTo>
                  <a:cubicBezTo>
                    <a:pt x="942" y="0"/>
                    <a:pt x="0" y="942"/>
                    <a:pt x="0" y="2093"/>
                  </a:cubicBezTo>
                  <a:cubicBezTo>
                    <a:pt x="0" y="3244"/>
                    <a:pt x="942" y="4185"/>
                    <a:pt x="2092" y="4185"/>
                  </a:cubicBezTo>
                  <a:cubicBezTo>
                    <a:pt x="3243" y="4185"/>
                    <a:pt x="4185" y="3244"/>
                    <a:pt x="4185" y="2093"/>
                  </a:cubicBezTo>
                  <a:cubicBezTo>
                    <a:pt x="4185" y="942"/>
                    <a:pt x="3243" y="0"/>
                    <a:pt x="20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8"/>
            <p:cNvSpPr/>
            <p:nvPr/>
          </p:nvSpPr>
          <p:spPr>
            <a:xfrm>
              <a:off x="6190375" y="500513"/>
              <a:ext cx="104625" cy="104650"/>
            </a:xfrm>
            <a:custGeom>
              <a:rect b="b" l="l" r="r" t="t"/>
              <a:pathLst>
                <a:path extrusionOk="0" h="4186" w="4185">
                  <a:moveTo>
                    <a:pt x="2093" y="0"/>
                  </a:moveTo>
                  <a:cubicBezTo>
                    <a:pt x="942" y="0"/>
                    <a:pt x="0" y="942"/>
                    <a:pt x="0" y="2093"/>
                  </a:cubicBezTo>
                  <a:cubicBezTo>
                    <a:pt x="0" y="3244"/>
                    <a:pt x="942" y="4185"/>
                    <a:pt x="2093" y="4185"/>
                  </a:cubicBezTo>
                  <a:cubicBezTo>
                    <a:pt x="3243" y="4185"/>
                    <a:pt x="4185" y="3244"/>
                    <a:pt x="4185" y="2093"/>
                  </a:cubicBezTo>
                  <a:cubicBezTo>
                    <a:pt x="4185" y="942"/>
                    <a:pt x="3243"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8"/>
            <p:cNvSpPr/>
            <p:nvPr/>
          </p:nvSpPr>
          <p:spPr>
            <a:xfrm>
              <a:off x="64555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5" y="3244"/>
                    <a:pt x="4185" y="2093"/>
                  </a:cubicBezTo>
                  <a:cubicBezTo>
                    <a:pt x="4185" y="942"/>
                    <a:pt x="3244"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8"/>
            <p:cNvSpPr/>
            <p:nvPr/>
          </p:nvSpPr>
          <p:spPr>
            <a:xfrm>
              <a:off x="53931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8"/>
            <p:cNvSpPr/>
            <p:nvPr/>
          </p:nvSpPr>
          <p:spPr>
            <a:xfrm>
              <a:off x="565942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8"/>
            <p:cNvSpPr/>
            <p:nvPr/>
          </p:nvSpPr>
          <p:spPr>
            <a:xfrm>
              <a:off x="5924650" y="708188"/>
              <a:ext cx="104625" cy="104625"/>
            </a:xfrm>
            <a:custGeom>
              <a:rect b="b" l="l" r="r" t="t"/>
              <a:pathLst>
                <a:path extrusionOk="0" h="4185" w="4185">
                  <a:moveTo>
                    <a:pt x="2092" y="0"/>
                  </a:moveTo>
                  <a:cubicBezTo>
                    <a:pt x="942" y="0"/>
                    <a:pt x="0" y="942"/>
                    <a:pt x="0" y="2092"/>
                  </a:cubicBezTo>
                  <a:cubicBezTo>
                    <a:pt x="0" y="3243"/>
                    <a:pt x="942" y="4185"/>
                    <a:pt x="2092" y="4185"/>
                  </a:cubicBezTo>
                  <a:cubicBezTo>
                    <a:pt x="3243" y="4185"/>
                    <a:pt x="4185" y="3243"/>
                    <a:pt x="4185" y="2092"/>
                  </a:cubicBezTo>
                  <a:cubicBezTo>
                    <a:pt x="4185" y="942"/>
                    <a:pt x="3243" y="0"/>
                    <a:pt x="20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8"/>
            <p:cNvSpPr/>
            <p:nvPr/>
          </p:nvSpPr>
          <p:spPr>
            <a:xfrm>
              <a:off x="6190375" y="708188"/>
              <a:ext cx="104625" cy="104625"/>
            </a:xfrm>
            <a:custGeom>
              <a:rect b="b" l="l" r="r" t="t"/>
              <a:pathLst>
                <a:path extrusionOk="0" h="4185" w="4185">
                  <a:moveTo>
                    <a:pt x="2093" y="0"/>
                  </a:moveTo>
                  <a:cubicBezTo>
                    <a:pt x="942" y="0"/>
                    <a:pt x="0" y="942"/>
                    <a:pt x="0" y="2092"/>
                  </a:cubicBezTo>
                  <a:cubicBezTo>
                    <a:pt x="0" y="3243"/>
                    <a:pt x="942" y="4185"/>
                    <a:pt x="2093" y="4185"/>
                  </a:cubicBezTo>
                  <a:cubicBezTo>
                    <a:pt x="3243" y="4185"/>
                    <a:pt x="4185" y="3243"/>
                    <a:pt x="4185" y="2092"/>
                  </a:cubicBezTo>
                  <a:cubicBezTo>
                    <a:pt x="4185" y="942"/>
                    <a:pt x="3243"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8"/>
            <p:cNvSpPr/>
            <p:nvPr/>
          </p:nvSpPr>
          <p:spPr>
            <a:xfrm>
              <a:off x="64555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5" y="3243"/>
                    <a:pt x="4185" y="2092"/>
                  </a:cubicBezTo>
                  <a:cubicBezTo>
                    <a:pt x="4185" y="942"/>
                    <a:pt x="3244"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2" name="Google Shape;422;p38"/>
          <p:cNvSpPr/>
          <p:nvPr/>
        </p:nvSpPr>
        <p:spPr>
          <a:xfrm rot="10800000">
            <a:off x="374788" y="4202725"/>
            <a:ext cx="636900" cy="636900"/>
          </a:xfrm>
          <a:prstGeom prst="cube">
            <a:avLst>
              <a:gd fmla="val 25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8"/>
          <p:cNvSpPr txBox="1"/>
          <p:nvPr/>
        </p:nvSpPr>
        <p:spPr>
          <a:xfrm>
            <a:off x="1293950" y="1251550"/>
            <a:ext cx="5212800" cy="33864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Clr>
                <a:schemeClr val="lt2"/>
              </a:buClr>
              <a:buSzPts val="1600"/>
              <a:buFont typeface="Raleway"/>
              <a:buChar char="➢"/>
            </a:pPr>
            <a:r>
              <a:rPr lang="en" sz="1600">
                <a:solidFill>
                  <a:schemeClr val="lt2"/>
                </a:solidFill>
                <a:latin typeface="Raleway"/>
                <a:ea typeface="Raleway"/>
                <a:cs typeface="Raleway"/>
                <a:sym typeface="Raleway"/>
              </a:rPr>
              <a:t>Latar Belakang</a:t>
            </a:r>
            <a:endParaRPr sz="1600">
              <a:solidFill>
                <a:schemeClr val="lt2"/>
              </a:solidFill>
              <a:latin typeface="Raleway"/>
              <a:ea typeface="Raleway"/>
              <a:cs typeface="Raleway"/>
              <a:sym typeface="Raleway"/>
            </a:endParaRPr>
          </a:p>
          <a:p>
            <a:pPr indent="-330200" lvl="0" marL="457200" rtl="0" algn="l">
              <a:lnSpc>
                <a:spcPct val="150000"/>
              </a:lnSpc>
              <a:spcBef>
                <a:spcPts val="0"/>
              </a:spcBef>
              <a:spcAft>
                <a:spcPts val="0"/>
              </a:spcAft>
              <a:buClr>
                <a:schemeClr val="lt2"/>
              </a:buClr>
              <a:buSzPts val="1600"/>
              <a:buFont typeface="Raleway"/>
              <a:buChar char="➢"/>
            </a:pPr>
            <a:r>
              <a:rPr lang="en" sz="1600">
                <a:solidFill>
                  <a:schemeClr val="lt2"/>
                </a:solidFill>
                <a:latin typeface="Raleway"/>
                <a:ea typeface="Raleway"/>
                <a:cs typeface="Raleway"/>
                <a:sym typeface="Raleway"/>
              </a:rPr>
              <a:t>Tujuan</a:t>
            </a:r>
            <a:endParaRPr sz="1600">
              <a:solidFill>
                <a:schemeClr val="lt2"/>
              </a:solidFill>
              <a:latin typeface="Raleway"/>
              <a:ea typeface="Raleway"/>
              <a:cs typeface="Raleway"/>
              <a:sym typeface="Raleway"/>
            </a:endParaRPr>
          </a:p>
          <a:p>
            <a:pPr indent="-330200" lvl="0" marL="457200" rtl="0" algn="l">
              <a:lnSpc>
                <a:spcPct val="150000"/>
              </a:lnSpc>
              <a:spcBef>
                <a:spcPts val="0"/>
              </a:spcBef>
              <a:spcAft>
                <a:spcPts val="0"/>
              </a:spcAft>
              <a:buClr>
                <a:schemeClr val="lt2"/>
              </a:buClr>
              <a:buSzPts val="1600"/>
              <a:buFont typeface="Raleway"/>
              <a:buChar char="➢"/>
            </a:pPr>
            <a:r>
              <a:rPr lang="en" sz="1600">
                <a:solidFill>
                  <a:schemeClr val="lt2"/>
                </a:solidFill>
                <a:latin typeface="Raleway"/>
                <a:ea typeface="Raleway"/>
                <a:cs typeface="Raleway"/>
                <a:sym typeface="Raleway"/>
              </a:rPr>
              <a:t>Business Understanding</a:t>
            </a:r>
            <a:endParaRPr sz="1600">
              <a:solidFill>
                <a:schemeClr val="lt2"/>
              </a:solidFill>
              <a:latin typeface="Raleway"/>
              <a:ea typeface="Raleway"/>
              <a:cs typeface="Raleway"/>
              <a:sym typeface="Raleway"/>
            </a:endParaRPr>
          </a:p>
          <a:p>
            <a:pPr indent="-330200" lvl="0" marL="457200" rtl="0" algn="l">
              <a:lnSpc>
                <a:spcPct val="150000"/>
              </a:lnSpc>
              <a:spcBef>
                <a:spcPts val="0"/>
              </a:spcBef>
              <a:spcAft>
                <a:spcPts val="0"/>
              </a:spcAft>
              <a:buClr>
                <a:schemeClr val="lt2"/>
              </a:buClr>
              <a:buSzPts val="1600"/>
              <a:buFont typeface="Raleway"/>
              <a:buChar char="➢"/>
            </a:pPr>
            <a:r>
              <a:rPr lang="en" sz="1600">
                <a:solidFill>
                  <a:schemeClr val="lt2"/>
                </a:solidFill>
                <a:latin typeface="Raleway"/>
                <a:ea typeface="Raleway"/>
                <a:cs typeface="Raleway"/>
                <a:sym typeface="Raleway"/>
              </a:rPr>
              <a:t>Data Understanding</a:t>
            </a:r>
            <a:endParaRPr sz="1600">
              <a:solidFill>
                <a:schemeClr val="lt2"/>
              </a:solidFill>
              <a:latin typeface="Raleway"/>
              <a:ea typeface="Raleway"/>
              <a:cs typeface="Raleway"/>
              <a:sym typeface="Raleway"/>
            </a:endParaRPr>
          </a:p>
          <a:p>
            <a:pPr indent="-330200" lvl="0" marL="457200" rtl="0" algn="l">
              <a:lnSpc>
                <a:spcPct val="150000"/>
              </a:lnSpc>
              <a:spcBef>
                <a:spcPts val="0"/>
              </a:spcBef>
              <a:spcAft>
                <a:spcPts val="0"/>
              </a:spcAft>
              <a:buClr>
                <a:schemeClr val="lt2"/>
              </a:buClr>
              <a:buSzPts val="1600"/>
              <a:buFont typeface="Raleway"/>
              <a:buChar char="➢"/>
            </a:pPr>
            <a:r>
              <a:rPr lang="en" sz="1600">
                <a:solidFill>
                  <a:schemeClr val="lt2"/>
                </a:solidFill>
                <a:latin typeface="Raleway"/>
                <a:ea typeface="Raleway"/>
                <a:cs typeface="Raleway"/>
                <a:sym typeface="Raleway"/>
              </a:rPr>
              <a:t>Data Processing</a:t>
            </a:r>
            <a:endParaRPr sz="1600">
              <a:solidFill>
                <a:schemeClr val="lt2"/>
              </a:solidFill>
              <a:latin typeface="Raleway"/>
              <a:ea typeface="Raleway"/>
              <a:cs typeface="Raleway"/>
              <a:sym typeface="Raleway"/>
            </a:endParaRPr>
          </a:p>
          <a:p>
            <a:pPr indent="-330200" lvl="0" marL="457200" rtl="0" algn="l">
              <a:lnSpc>
                <a:spcPct val="150000"/>
              </a:lnSpc>
              <a:spcBef>
                <a:spcPts val="0"/>
              </a:spcBef>
              <a:spcAft>
                <a:spcPts val="0"/>
              </a:spcAft>
              <a:buClr>
                <a:schemeClr val="lt2"/>
              </a:buClr>
              <a:buSzPts val="1600"/>
              <a:buFont typeface="Raleway"/>
              <a:buChar char="➢"/>
            </a:pPr>
            <a:r>
              <a:rPr lang="en" sz="1600">
                <a:solidFill>
                  <a:schemeClr val="lt2"/>
                </a:solidFill>
                <a:latin typeface="Raleway"/>
                <a:ea typeface="Raleway"/>
                <a:cs typeface="Raleway"/>
                <a:sym typeface="Raleway"/>
              </a:rPr>
              <a:t>Modelling</a:t>
            </a:r>
            <a:endParaRPr sz="1600">
              <a:solidFill>
                <a:schemeClr val="lt2"/>
              </a:solidFill>
              <a:latin typeface="Raleway"/>
              <a:ea typeface="Raleway"/>
              <a:cs typeface="Raleway"/>
              <a:sym typeface="Raleway"/>
            </a:endParaRPr>
          </a:p>
          <a:p>
            <a:pPr indent="-330200" lvl="0" marL="457200" rtl="0" algn="l">
              <a:lnSpc>
                <a:spcPct val="150000"/>
              </a:lnSpc>
              <a:spcBef>
                <a:spcPts val="0"/>
              </a:spcBef>
              <a:spcAft>
                <a:spcPts val="0"/>
              </a:spcAft>
              <a:buClr>
                <a:schemeClr val="lt2"/>
              </a:buClr>
              <a:buSzPts val="1600"/>
              <a:buFont typeface="Raleway"/>
              <a:buChar char="➢"/>
            </a:pPr>
            <a:r>
              <a:rPr lang="en" sz="1600">
                <a:solidFill>
                  <a:schemeClr val="lt2"/>
                </a:solidFill>
                <a:latin typeface="Raleway"/>
                <a:ea typeface="Raleway"/>
                <a:cs typeface="Raleway"/>
                <a:sym typeface="Raleway"/>
              </a:rPr>
              <a:t>Evaluation</a:t>
            </a:r>
            <a:endParaRPr sz="1600">
              <a:solidFill>
                <a:schemeClr val="lt2"/>
              </a:solidFill>
              <a:latin typeface="Raleway"/>
              <a:ea typeface="Raleway"/>
              <a:cs typeface="Raleway"/>
              <a:sym typeface="Raleway"/>
            </a:endParaRPr>
          </a:p>
          <a:p>
            <a:pPr indent="-330200" lvl="0" marL="457200" rtl="0" algn="l">
              <a:lnSpc>
                <a:spcPct val="150000"/>
              </a:lnSpc>
              <a:spcBef>
                <a:spcPts val="0"/>
              </a:spcBef>
              <a:spcAft>
                <a:spcPts val="0"/>
              </a:spcAft>
              <a:buClr>
                <a:schemeClr val="lt2"/>
              </a:buClr>
              <a:buSzPts val="1600"/>
              <a:buFont typeface="Raleway"/>
              <a:buChar char="➢"/>
            </a:pPr>
            <a:r>
              <a:rPr lang="en" sz="1600">
                <a:solidFill>
                  <a:schemeClr val="lt2"/>
                </a:solidFill>
                <a:latin typeface="Raleway"/>
                <a:ea typeface="Raleway"/>
                <a:cs typeface="Raleway"/>
                <a:sym typeface="Raleway"/>
              </a:rPr>
              <a:t>Deployment</a:t>
            </a:r>
            <a:endParaRPr sz="1600">
              <a:solidFill>
                <a:schemeClr val="lt2"/>
              </a:solidFill>
              <a:latin typeface="Raleway"/>
              <a:ea typeface="Raleway"/>
              <a:cs typeface="Raleway"/>
              <a:sym typeface="Raleway"/>
            </a:endParaRPr>
          </a:p>
          <a:p>
            <a:pPr indent="-330200" lvl="0" marL="457200" rtl="0" algn="l">
              <a:lnSpc>
                <a:spcPct val="150000"/>
              </a:lnSpc>
              <a:spcBef>
                <a:spcPts val="0"/>
              </a:spcBef>
              <a:spcAft>
                <a:spcPts val="0"/>
              </a:spcAft>
              <a:buClr>
                <a:schemeClr val="lt2"/>
              </a:buClr>
              <a:buSzPts val="1600"/>
              <a:buFont typeface="Raleway"/>
              <a:buChar char="➢"/>
            </a:pPr>
            <a:r>
              <a:rPr lang="en" sz="1600">
                <a:solidFill>
                  <a:schemeClr val="lt2"/>
                </a:solidFill>
                <a:latin typeface="Raleway"/>
                <a:ea typeface="Raleway"/>
                <a:cs typeface="Raleway"/>
                <a:sym typeface="Raleway"/>
              </a:rPr>
              <a:t>Kesimpulan</a:t>
            </a:r>
            <a:endParaRPr sz="1600">
              <a:solidFill>
                <a:schemeClr val="lt2"/>
              </a:solidFill>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9"/>
          <p:cNvSpPr txBox="1"/>
          <p:nvPr>
            <p:ph type="title"/>
          </p:nvPr>
        </p:nvSpPr>
        <p:spPr>
          <a:xfrm>
            <a:off x="283200" y="1269550"/>
            <a:ext cx="7849200" cy="35589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Char char="❖"/>
            </a:pPr>
            <a:r>
              <a:rPr b="0" lang="en" sz="1500"/>
              <a:t>Industri video game tumbuh pesat secara global dengan beragam genre dan platform.</a:t>
            </a:r>
            <a:endParaRPr b="0" sz="1500"/>
          </a:p>
          <a:p>
            <a:pPr indent="-323850" lvl="0" marL="457200" rtl="0" algn="l">
              <a:lnSpc>
                <a:spcPct val="150000"/>
              </a:lnSpc>
              <a:spcBef>
                <a:spcPts val="0"/>
              </a:spcBef>
              <a:spcAft>
                <a:spcPts val="0"/>
              </a:spcAft>
              <a:buSzPts val="1500"/>
              <a:buChar char="❖"/>
            </a:pPr>
            <a:r>
              <a:rPr b="0" lang="en" sz="1500"/>
              <a:t>Perusahaan perlu memahami tren pasar untuk menentukan genre terpopuler dan strategi promosi yang efektif</a:t>
            </a:r>
            <a:endParaRPr b="0" sz="1500"/>
          </a:p>
          <a:p>
            <a:pPr indent="-323850" lvl="0" marL="457200" rtl="0" algn="l">
              <a:lnSpc>
                <a:spcPct val="150000"/>
              </a:lnSpc>
              <a:spcBef>
                <a:spcPts val="0"/>
              </a:spcBef>
              <a:spcAft>
                <a:spcPts val="0"/>
              </a:spcAft>
              <a:buSzPts val="1500"/>
              <a:buChar char="❖"/>
            </a:pPr>
            <a:r>
              <a:rPr b="0" lang="en" sz="1500"/>
              <a:t>Analisis data penjualan global (berdasarkan genre, wilayah, dan rating) membantu menghasilkan insight pasar yang akurat.</a:t>
            </a:r>
            <a:endParaRPr b="0" sz="1500"/>
          </a:p>
          <a:p>
            <a:pPr indent="-323850" lvl="0" marL="457200" rtl="0" algn="l">
              <a:lnSpc>
                <a:spcPct val="150000"/>
              </a:lnSpc>
              <a:spcBef>
                <a:spcPts val="0"/>
              </a:spcBef>
              <a:spcAft>
                <a:spcPts val="0"/>
              </a:spcAft>
              <a:buSzPts val="1500"/>
              <a:buChar char="❖"/>
            </a:pPr>
            <a:r>
              <a:rPr b="0" lang="en" sz="1500"/>
              <a:t>Visualisasi seperti bar chart, scatter plot, dan treemap dapat digunakan untuk menampilkan pola penjualan dan segmentasi pasar secara komprehensif.</a:t>
            </a:r>
            <a:endParaRPr b="0" sz="1500"/>
          </a:p>
          <a:p>
            <a:pPr indent="0" lvl="0" marL="0" rtl="0" algn="l">
              <a:lnSpc>
                <a:spcPct val="150000"/>
              </a:lnSpc>
              <a:spcBef>
                <a:spcPts val="0"/>
              </a:spcBef>
              <a:spcAft>
                <a:spcPts val="0"/>
              </a:spcAft>
              <a:buNone/>
            </a:pPr>
            <a:r>
              <a:t/>
            </a:r>
            <a:endParaRPr b="0" sz="1500">
              <a:solidFill>
                <a:schemeClr val="accent2"/>
              </a:solidFill>
              <a:highlight>
                <a:schemeClr val="lt2"/>
              </a:highlight>
            </a:endParaRPr>
          </a:p>
        </p:txBody>
      </p:sp>
      <p:sp>
        <p:nvSpPr>
          <p:cNvPr id="429" name="Google Shape;429;p39"/>
          <p:cNvSpPr/>
          <p:nvPr/>
        </p:nvSpPr>
        <p:spPr>
          <a:xfrm flipH="1">
            <a:off x="7811389" y="762175"/>
            <a:ext cx="618600" cy="618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9"/>
          <p:cNvSpPr/>
          <p:nvPr/>
        </p:nvSpPr>
        <p:spPr>
          <a:xfrm flipH="1">
            <a:off x="7580825" y="540650"/>
            <a:ext cx="728889" cy="728889"/>
          </a:xfrm>
          <a:custGeom>
            <a:rect b="b" l="l" r="r" t="t"/>
            <a:pathLst>
              <a:path extrusionOk="0" h="36743" w="36743">
                <a:moveTo>
                  <a:pt x="9081" y="461"/>
                </a:moveTo>
                <a:lnTo>
                  <a:pt x="9081" y="9102"/>
                </a:lnTo>
                <a:lnTo>
                  <a:pt x="440" y="9102"/>
                </a:lnTo>
                <a:lnTo>
                  <a:pt x="440" y="461"/>
                </a:lnTo>
                <a:close/>
                <a:moveTo>
                  <a:pt x="9081" y="9541"/>
                </a:moveTo>
                <a:lnTo>
                  <a:pt x="9081" y="18183"/>
                </a:lnTo>
                <a:lnTo>
                  <a:pt x="440" y="18183"/>
                </a:lnTo>
                <a:lnTo>
                  <a:pt x="440" y="9541"/>
                </a:lnTo>
                <a:close/>
                <a:moveTo>
                  <a:pt x="18162" y="9541"/>
                </a:moveTo>
                <a:lnTo>
                  <a:pt x="18162" y="18183"/>
                </a:lnTo>
                <a:lnTo>
                  <a:pt x="9521" y="18183"/>
                </a:lnTo>
                <a:lnTo>
                  <a:pt x="9521" y="9541"/>
                </a:lnTo>
                <a:close/>
                <a:moveTo>
                  <a:pt x="9081" y="18622"/>
                </a:moveTo>
                <a:lnTo>
                  <a:pt x="9081" y="27243"/>
                </a:lnTo>
                <a:lnTo>
                  <a:pt x="440" y="27243"/>
                </a:lnTo>
                <a:lnTo>
                  <a:pt x="440" y="18622"/>
                </a:lnTo>
                <a:close/>
                <a:moveTo>
                  <a:pt x="18162" y="18622"/>
                </a:moveTo>
                <a:lnTo>
                  <a:pt x="18162" y="27243"/>
                </a:lnTo>
                <a:lnTo>
                  <a:pt x="9521" y="27243"/>
                </a:lnTo>
                <a:lnTo>
                  <a:pt x="9521" y="18622"/>
                </a:lnTo>
                <a:close/>
                <a:moveTo>
                  <a:pt x="27222" y="18622"/>
                </a:moveTo>
                <a:lnTo>
                  <a:pt x="27222" y="27243"/>
                </a:lnTo>
                <a:lnTo>
                  <a:pt x="18602" y="27243"/>
                </a:lnTo>
                <a:lnTo>
                  <a:pt x="18602" y="18622"/>
                </a:lnTo>
                <a:close/>
                <a:moveTo>
                  <a:pt x="9081" y="27661"/>
                </a:moveTo>
                <a:lnTo>
                  <a:pt x="9081" y="36303"/>
                </a:lnTo>
                <a:lnTo>
                  <a:pt x="440" y="36303"/>
                </a:lnTo>
                <a:lnTo>
                  <a:pt x="440" y="27661"/>
                </a:lnTo>
                <a:close/>
                <a:moveTo>
                  <a:pt x="18162" y="27661"/>
                </a:moveTo>
                <a:lnTo>
                  <a:pt x="18162" y="36303"/>
                </a:lnTo>
                <a:lnTo>
                  <a:pt x="9521" y="36303"/>
                </a:lnTo>
                <a:lnTo>
                  <a:pt x="9521" y="27661"/>
                </a:lnTo>
                <a:close/>
                <a:moveTo>
                  <a:pt x="27222" y="27661"/>
                </a:moveTo>
                <a:lnTo>
                  <a:pt x="27222" y="36303"/>
                </a:lnTo>
                <a:lnTo>
                  <a:pt x="18602" y="36303"/>
                </a:lnTo>
                <a:lnTo>
                  <a:pt x="18602" y="27661"/>
                </a:lnTo>
                <a:close/>
                <a:moveTo>
                  <a:pt x="36303" y="27661"/>
                </a:moveTo>
                <a:lnTo>
                  <a:pt x="36303" y="36303"/>
                </a:lnTo>
                <a:lnTo>
                  <a:pt x="27661" y="36303"/>
                </a:lnTo>
                <a:lnTo>
                  <a:pt x="27661" y="27661"/>
                </a:lnTo>
                <a:close/>
                <a:moveTo>
                  <a:pt x="1" y="0"/>
                </a:moveTo>
                <a:lnTo>
                  <a:pt x="1" y="9060"/>
                </a:lnTo>
                <a:lnTo>
                  <a:pt x="1" y="9520"/>
                </a:lnTo>
                <a:lnTo>
                  <a:pt x="1" y="18141"/>
                </a:lnTo>
                <a:lnTo>
                  <a:pt x="1" y="18601"/>
                </a:lnTo>
                <a:lnTo>
                  <a:pt x="1" y="27222"/>
                </a:lnTo>
                <a:lnTo>
                  <a:pt x="1" y="27661"/>
                </a:lnTo>
                <a:lnTo>
                  <a:pt x="1" y="36742"/>
                </a:lnTo>
                <a:lnTo>
                  <a:pt x="36742" y="36742"/>
                </a:lnTo>
                <a:lnTo>
                  <a:pt x="36742" y="27222"/>
                </a:lnTo>
                <a:lnTo>
                  <a:pt x="27661" y="27222"/>
                </a:lnTo>
                <a:lnTo>
                  <a:pt x="27661" y="18141"/>
                </a:lnTo>
                <a:lnTo>
                  <a:pt x="18602" y="18141"/>
                </a:lnTo>
                <a:lnTo>
                  <a:pt x="18602" y="9060"/>
                </a:lnTo>
                <a:lnTo>
                  <a:pt x="9521" y="9060"/>
                </a:lnTo>
                <a:lnTo>
                  <a:pt x="9521" y="0"/>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1" name="Google Shape;431;p39"/>
          <p:cNvGrpSpPr/>
          <p:nvPr/>
        </p:nvGrpSpPr>
        <p:grpSpPr>
          <a:xfrm rot="5400000">
            <a:off x="2139666" y="4080964"/>
            <a:ext cx="431895" cy="1356369"/>
            <a:chOff x="6385425" y="1587603"/>
            <a:chExt cx="763200" cy="2396836"/>
          </a:xfrm>
        </p:grpSpPr>
        <p:sp>
          <p:nvSpPr>
            <p:cNvPr id="432" name="Google Shape;432;p39"/>
            <p:cNvSpPr/>
            <p:nvPr/>
          </p:nvSpPr>
          <p:spPr>
            <a:xfrm rot="2700000">
              <a:off x="6497193" y="1699372"/>
              <a:ext cx="539664" cy="539664"/>
            </a:xfrm>
            <a:prstGeom prst="plus">
              <a:avLst>
                <a:gd fmla="val 3129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9"/>
            <p:cNvSpPr/>
            <p:nvPr/>
          </p:nvSpPr>
          <p:spPr>
            <a:xfrm rot="2700000">
              <a:off x="6497193" y="2516182"/>
              <a:ext cx="539664" cy="539664"/>
            </a:xfrm>
            <a:prstGeom prst="plus">
              <a:avLst>
                <a:gd fmla="val 3129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9"/>
            <p:cNvSpPr/>
            <p:nvPr/>
          </p:nvSpPr>
          <p:spPr>
            <a:xfrm rot="2700000">
              <a:off x="6497193" y="3333007"/>
              <a:ext cx="539664" cy="539664"/>
            </a:xfrm>
            <a:prstGeom prst="plus">
              <a:avLst>
                <a:gd fmla="val 3129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5" name="Google Shape;435;p39"/>
          <p:cNvSpPr txBox="1"/>
          <p:nvPr>
            <p:ph type="title"/>
          </p:nvPr>
        </p:nvSpPr>
        <p:spPr>
          <a:xfrm>
            <a:off x="1103000" y="408163"/>
            <a:ext cx="6346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Latar</a:t>
            </a:r>
            <a:r>
              <a:rPr lang="en" sz="2400"/>
              <a:t> </a:t>
            </a:r>
            <a:r>
              <a:rPr b="0" lang="en" sz="2400">
                <a:solidFill>
                  <a:schemeClr val="accent2"/>
                </a:solidFill>
                <a:highlight>
                  <a:schemeClr val="lt2"/>
                </a:highlight>
              </a:rPr>
              <a:t>Belakang</a:t>
            </a:r>
            <a:endParaRPr b="0" sz="2400">
              <a:solidFill>
                <a:schemeClr val="accent2"/>
              </a:solidFill>
              <a:highlight>
                <a:schemeClr val="lt2"/>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0"/>
          <p:cNvSpPr txBox="1"/>
          <p:nvPr>
            <p:ph type="title"/>
          </p:nvPr>
        </p:nvSpPr>
        <p:spPr>
          <a:xfrm>
            <a:off x="283200" y="1269550"/>
            <a:ext cx="7849200" cy="35589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b="0" lang="en" sz="1600">
                <a:solidFill>
                  <a:schemeClr val="dk1"/>
                </a:solidFill>
              </a:rPr>
              <a:t>Mengidentifikasi genre video game paling diminati secara global berdasarkan data penjualan, rilis, wilayah, dan rating.</a:t>
            </a:r>
            <a:endParaRPr b="0" sz="1600"/>
          </a:p>
          <a:p>
            <a:pPr indent="-330200" lvl="0" marL="457200" rtl="0" algn="l">
              <a:lnSpc>
                <a:spcPct val="150000"/>
              </a:lnSpc>
              <a:spcBef>
                <a:spcPts val="0"/>
              </a:spcBef>
              <a:spcAft>
                <a:spcPts val="0"/>
              </a:spcAft>
              <a:buSzPts val="1600"/>
              <a:buChar char="❖"/>
            </a:pPr>
            <a:r>
              <a:rPr b="0" lang="en" sz="1600">
                <a:solidFill>
                  <a:schemeClr val="dk1"/>
                </a:solidFill>
              </a:rPr>
              <a:t>Menggunakan analisis statistik deskriptif (mean, median, mode, korelasi, distribusi).</a:t>
            </a:r>
            <a:endParaRPr b="0" sz="1600"/>
          </a:p>
          <a:p>
            <a:pPr indent="-330200" lvl="0" marL="457200" rtl="0" algn="l">
              <a:lnSpc>
                <a:spcPct val="150000"/>
              </a:lnSpc>
              <a:spcBef>
                <a:spcPts val="0"/>
              </a:spcBef>
              <a:spcAft>
                <a:spcPts val="0"/>
              </a:spcAft>
              <a:buSzPts val="1600"/>
              <a:buChar char="❖"/>
            </a:pPr>
            <a:r>
              <a:rPr b="0" lang="en" sz="1600">
                <a:solidFill>
                  <a:schemeClr val="dk1"/>
                </a:solidFill>
              </a:rPr>
              <a:t>Menyajikan hasil melalui dashboard interaktif agar mudah dipahami dan digunakan dalam pengambilan keputusan bisnis.</a:t>
            </a:r>
            <a:endParaRPr b="0" sz="1600"/>
          </a:p>
          <a:p>
            <a:pPr indent="0" lvl="0" marL="457200" rtl="0" algn="l">
              <a:lnSpc>
                <a:spcPct val="150000"/>
              </a:lnSpc>
              <a:spcBef>
                <a:spcPts val="0"/>
              </a:spcBef>
              <a:spcAft>
                <a:spcPts val="0"/>
              </a:spcAft>
              <a:buNone/>
            </a:pPr>
            <a:r>
              <a:t/>
            </a:r>
            <a:endParaRPr b="0" sz="1600"/>
          </a:p>
          <a:p>
            <a:pPr indent="0" lvl="0" marL="0" rtl="0" algn="l">
              <a:lnSpc>
                <a:spcPct val="150000"/>
              </a:lnSpc>
              <a:spcBef>
                <a:spcPts val="0"/>
              </a:spcBef>
              <a:spcAft>
                <a:spcPts val="0"/>
              </a:spcAft>
              <a:buNone/>
            </a:pPr>
            <a:r>
              <a:t/>
            </a:r>
            <a:endParaRPr b="0" sz="1600">
              <a:solidFill>
                <a:schemeClr val="accent2"/>
              </a:solidFill>
              <a:highlight>
                <a:schemeClr val="lt2"/>
              </a:highlight>
            </a:endParaRPr>
          </a:p>
        </p:txBody>
      </p:sp>
      <p:sp>
        <p:nvSpPr>
          <p:cNvPr id="441" name="Google Shape;441;p40"/>
          <p:cNvSpPr/>
          <p:nvPr/>
        </p:nvSpPr>
        <p:spPr>
          <a:xfrm flipH="1">
            <a:off x="7811389" y="762175"/>
            <a:ext cx="618600" cy="618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0"/>
          <p:cNvSpPr/>
          <p:nvPr/>
        </p:nvSpPr>
        <p:spPr>
          <a:xfrm flipH="1">
            <a:off x="7580825" y="540650"/>
            <a:ext cx="728889" cy="728889"/>
          </a:xfrm>
          <a:custGeom>
            <a:rect b="b" l="l" r="r" t="t"/>
            <a:pathLst>
              <a:path extrusionOk="0" h="36743" w="36743">
                <a:moveTo>
                  <a:pt x="9081" y="461"/>
                </a:moveTo>
                <a:lnTo>
                  <a:pt x="9081" y="9102"/>
                </a:lnTo>
                <a:lnTo>
                  <a:pt x="440" y="9102"/>
                </a:lnTo>
                <a:lnTo>
                  <a:pt x="440" y="461"/>
                </a:lnTo>
                <a:close/>
                <a:moveTo>
                  <a:pt x="9081" y="9541"/>
                </a:moveTo>
                <a:lnTo>
                  <a:pt x="9081" y="18183"/>
                </a:lnTo>
                <a:lnTo>
                  <a:pt x="440" y="18183"/>
                </a:lnTo>
                <a:lnTo>
                  <a:pt x="440" y="9541"/>
                </a:lnTo>
                <a:close/>
                <a:moveTo>
                  <a:pt x="18162" y="9541"/>
                </a:moveTo>
                <a:lnTo>
                  <a:pt x="18162" y="18183"/>
                </a:lnTo>
                <a:lnTo>
                  <a:pt x="9521" y="18183"/>
                </a:lnTo>
                <a:lnTo>
                  <a:pt x="9521" y="9541"/>
                </a:lnTo>
                <a:close/>
                <a:moveTo>
                  <a:pt x="9081" y="18622"/>
                </a:moveTo>
                <a:lnTo>
                  <a:pt x="9081" y="27243"/>
                </a:lnTo>
                <a:lnTo>
                  <a:pt x="440" y="27243"/>
                </a:lnTo>
                <a:lnTo>
                  <a:pt x="440" y="18622"/>
                </a:lnTo>
                <a:close/>
                <a:moveTo>
                  <a:pt x="18162" y="18622"/>
                </a:moveTo>
                <a:lnTo>
                  <a:pt x="18162" y="27243"/>
                </a:lnTo>
                <a:lnTo>
                  <a:pt x="9521" y="27243"/>
                </a:lnTo>
                <a:lnTo>
                  <a:pt x="9521" y="18622"/>
                </a:lnTo>
                <a:close/>
                <a:moveTo>
                  <a:pt x="27222" y="18622"/>
                </a:moveTo>
                <a:lnTo>
                  <a:pt x="27222" y="27243"/>
                </a:lnTo>
                <a:lnTo>
                  <a:pt x="18602" y="27243"/>
                </a:lnTo>
                <a:lnTo>
                  <a:pt x="18602" y="18622"/>
                </a:lnTo>
                <a:close/>
                <a:moveTo>
                  <a:pt x="9081" y="27661"/>
                </a:moveTo>
                <a:lnTo>
                  <a:pt x="9081" y="36303"/>
                </a:lnTo>
                <a:lnTo>
                  <a:pt x="440" y="36303"/>
                </a:lnTo>
                <a:lnTo>
                  <a:pt x="440" y="27661"/>
                </a:lnTo>
                <a:close/>
                <a:moveTo>
                  <a:pt x="18162" y="27661"/>
                </a:moveTo>
                <a:lnTo>
                  <a:pt x="18162" y="36303"/>
                </a:lnTo>
                <a:lnTo>
                  <a:pt x="9521" y="36303"/>
                </a:lnTo>
                <a:lnTo>
                  <a:pt x="9521" y="27661"/>
                </a:lnTo>
                <a:close/>
                <a:moveTo>
                  <a:pt x="27222" y="27661"/>
                </a:moveTo>
                <a:lnTo>
                  <a:pt x="27222" y="36303"/>
                </a:lnTo>
                <a:lnTo>
                  <a:pt x="18602" y="36303"/>
                </a:lnTo>
                <a:lnTo>
                  <a:pt x="18602" y="27661"/>
                </a:lnTo>
                <a:close/>
                <a:moveTo>
                  <a:pt x="36303" y="27661"/>
                </a:moveTo>
                <a:lnTo>
                  <a:pt x="36303" y="36303"/>
                </a:lnTo>
                <a:lnTo>
                  <a:pt x="27661" y="36303"/>
                </a:lnTo>
                <a:lnTo>
                  <a:pt x="27661" y="27661"/>
                </a:lnTo>
                <a:close/>
                <a:moveTo>
                  <a:pt x="1" y="0"/>
                </a:moveTo>
                <a:lnTo>
                  <a:pt x="1" y="9060"/>
                </a:lnTo>
                <a:lnTo>
                  <a:pt x="1" y="9520"/>
                </a:lnTo>
                <a:lnTo>
                  <a:pt x="1" y="18141"/>
                </a:lnTo>
                <a:lnTo>
                  <a:pt x="1" y="18601"/>
                </a:lnTo>
                <a:lnTo>
                  <a:pt x="1" y="27222"/>
                </a:lnTo>
                <a:lnTo>
                  <a:pt x="1" y="27661"/>
                </a:lnTo>
                <a:lnTo>
                  <a:pt x="1" y="36742"/>
                </a:lnTo>
                <a:lnTo>
                  <a:pt x="36742" y="36742"/>
                </a:lnTo>
                <a:lnTo>
                  <a:pt x="36742" y="27222"/>
                </a:lnTo>
                <a:lnTo>
                  <a:pt x="27661" y="27222"/>
                </a:lnTo>
                <a:lnTo>
                  <a:pt x="27661" y="18141"/>
                </a:lnTo>
                <a:lnTo>
                  <a:pt x="18602" y="18141"/>
                </a:lnTo>
                <a:lnTo>
                  <a:pt x="18602" y="9060"/>
                </a:lnTo>
                <a:lnTo>
                  <a:pt x="9521" y="9060"/>
                </a:lnTo>
                <a:lnTo>
                  <a:pt x="9521" y="0"/>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 name="Google Shape;443;p40"/>
          <p:cNvGrpSpPr/>
          <p:nvPr/>
        </p:nvGrpSpPr>
        <p:grpSpPr>
          <a:xfrm rot="5400000">
            <a:off x="2041966" y="3861164"/>
            <a:ext cx="431895" cy="1356369"/>
            <a:chOff x="6385425" y="1587603"/>
            <a:chExt cx="763200" cy="2396836"/>
          </a:xfrm>
        </p:grpSpPr>
        <p:sp>
          <p:nvSpPr>
            <p:cNvPr id="444" name="Google Shape;444;p40"/>
            <p:cNvSpPr/>
            <p:nvPr/>
          </p:nvSpPr>
          <p:spPr>
            <a:xfrm rot="2700000">
              <a:off x="6497193" y="1699372"/>
              <a:ext cx="539664" cy="539664"/>
            </a:xfrm>
            <a:prstGeom prst="plus">
              <a:avLst>
                <a:gd fmla="val 3129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0"/>
            <p:cNvSpPr/>
            <p:nvPr/>
          </p:nvSpPr>
          <p:spPr>
            <a:xfrm rot="2700000">
              <a:off x="6497193" y="2516182"/>
              <a:ext cx="539664" cy="539664"/>
            </a:xfrm>
            <a:prstGeom prst="plus">
              <a:avLst>
                <a:gd fmla="val 3129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0"/>
            <p:cNvSpPr/>
            <p:nvPr/>
          </p:nvSpPr>
          <p:spPr>
            <a:xfrm rot="2700000">
              <a:off x="6497193" y="3333007"/>
              <a:ext cx="539664" cy="539664"/>
            </a:xfrm>
            <a:prstGeom prst="plus">
              <a:avLst>
                <a:gd fmla="val 31291"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7" name="Google Shape;447;p40"/>
          <p:cNvSpPr txBox="1"/>
          <p:nvPr/>
        </p:nvSpPr>
        <p:spPr>
          <a:xfrm>
            <a:off x="2936100" y="540650"/>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chemeClr val="accent2"/>
                </a:solidFill>
                <a:highlight>
                  <a:schemeClr val="lt2"/>
                </a:highlight>
                <a:latin typeface="Raleway"/>
                <a:ea typeface="Raleway"/>
                <a:cs typeface="Raleway"/>
                <a:sym typeface="Raleway"/>
              </a:rPr>
              <a:t>Tujuan </a:t>
            </a:r>
            <a:endParaRPr sz="2400">
              <a:solidFill>
                <a:schemeClr val="accent2"/>
              </a:solidFill>
              <a:highlight>
                <a:schemeClr val="lt2"/>
              </a:highlight>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1"/>
          <p:cNvSpPr/>
          <p:nvPr/>
        </p:nvSpPr>
        <p:spPr>
          <a:xfrm flipH="1">
            <a:off x="6979275" y="368100"/>
            <a:ext cx="2302500" cy="47754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41"/>
          <p:cNvSpPr txBox="1"/>
          <p:nvPr>
            <p:ph type="title"/>
          </p:nvPr>
        </p:nvSpPr>
        <p:spPr>
          <a:xfrm>
            <a:off x="526350" y="269788"/>
            <a:ext cx="634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Implementasi</a:t>
            </a:r>
            <a:r>
              <a:rPr lang="en" sz="2400"/>
              <a:t>  Metode </a:t>
            </a:r>
            <a:r>
              <a:rPr b="0" lang="en" sz="2400">
                <a:solidFill>
                  <a:schemeClr val="accent2"/>
                </a:solidFill>
                <a:highlight>
                  <a:schemeClr val="lt2"/>
                </a:highlight>
              </a:rPr>
              <a:t>CRISP-DM </a:t>
            </a:r>
            <a:endParaRPr b="0" sz="2400">
              <a:solidFill>
                <a:schemeClr val="accent2"/>
              </a:solidFill>
              <a:highlight>
                <a:schemeClr val="lt2"/>
              </a:highlight>
            </a:endParaRPr>
          </a:p>
        </p:txBody>
      </p:sp>
      <p:sp>
        <p:nvSpPr>
          <p:cNvPr id="454" name="Google Shape;454;p41"/>
          <p:cNvSpPr txBox="1"/>
          <p:nvPr>
            <p:ph idx="1" type="subTitle"/>
          </p:nvPr>
        </p:nvSpPr>
        <p:spPr>
          <a:xfrm>
            <a:off x="602650" y="1198938"/>
            <a:ext cx="5800200" cy="621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latin typeface="Raleway"/>
                <a:ea typeface="Raleway"/>
                <a:cs typeface="Raleway"/>
                <a:sym typeface="Raleway"/>
              </a:rPr>
              <a:t>Tujuan analisis ini adalah untuk menentukan genre video game yang paling diminati secara global berdasarkan data penjualan. Dengan memahami tren genre di berbagai wilayah, perusahaan dapat menyusun strategi peluncuran dan promosi yang lebih tepat sasaran. </a:t>
            </a:r>
            <a:endParaRPr>
              <a:latin typeface="Raleway"/>
              <a:ea typeface="Raleway"/>
              <a:cs typeface="Raleway"/>
              <a:sym typeface="Raleway"/>
            </a:endParaRPr>
          </a:p>
        </p:txBody>
      </p:sp>
      <p:sp>
        <p:nvSpPr>
          <p:cNvPr id="455" name="Google Shape;455;p41"/>
          <p:cNvSpPr/>
          <p:nvPr/>
        </p:nvSpPr>
        <p:spPr>
          <a:xfrm>
            <a:off x="510795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1"/>
          <p:cNvSpPr/>
          <p:nvPr/>
        </p:nvSpPr>
        <p:spPr>
          <a:xfrm>
            <a:off x="6920450" y="540650"/>
            <a:ext cx="2739846" cy="4602821"/>
          </a:xfrm>
          <a:custGeom>
            <a:rect b="b" l="l" r="r" t="t"/>
            <a:pathLst>
              <a:path extrusionOk="0" h="48544" w="28896">
                <a:moveTo>
                  <a:pt x="23749" y="0"/>
                </a:moveTo>
                <a:lnTo>
                  <a:pt x="1" y="48543"/>
                </a:lnTo>
                <a:lnTo>
                  <a:pt x="5148" y="48543"/>
                </a:lnTo>
                <a:lnTo>
                  <a:pt x="2889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1"/>
          <p:cNvSpPr/>
          <p:nvPr/>
        </p:nvSpPr>
        <p:spPr>
          <a:xfrm>
            <a:off x="6780300" y="2654875"/>
            <a:ext cx="1480631" cy="2488597"/>
          </a:xfrm>
          <a:custGeom>
            <a:rect b="b" l="l" r="r" t="t"/>
            <a:pathLst>
              <a:path extrusionOk="0" h="38898" w="23143">
                <a:moveTo>
                  <a:pt x="19020" y="1"/>
                </a:moveTo>
                <a:lnTo>
                  <a:pt x="1" y="38898"/>
                </a:lnTo>
                <a:lnTo>
                  <a:pt x="4123" y="38898"/>
                </a:lnTo>
                <a:lnTo>
                  <a:pt x="2314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1"/>
          <p:cNvSpPr/>
          <p:nvPr/>
        </p:nvSpPr>
        <p:spPr>
          <a:xfrm>
            <a:off x="8409727" y="1189140"/>
            <a:ext cx="1129314" cy="1465742"/>
          </a:xfrm>
          <a:custGeom>
            <a:rect b="b" l="l" r="r" t="t"/>
            <a:pathLst>
              <a:path extrusionOk="0" h="37098" w="28583">
                <a:moveTo>
                  <a:pt x="18162" y="0"/>
                </a:moveTo>
                <a:lnTo>
                  <a:pt x="13685" y="9144"/>
                </a:lnTo>
                <a:lnTo>
                  <a:pt x="1" y="37098"/>
                </a:lnTo>
                <a:lnTo>
                  <a:pt x="10420" y="37098"/>
                </a:lnTo>
                <a:lnTo>
                  <a:pt x="2858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1"/>
          <p:cNvSpPr/>
          <p:nvPr/>
        </p:nvSpPr>
        <p:spPr>
          <a:xfrm rot="-5400000">
            <a:off x="6332114" y="4206065"/>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0" name="Google Shape;460;p41"/>
          <p:cNvGrpSpPr/>
          <p:nvPr/>
        </p:nvGrpSpPr>
        <p:grpSpPr>
          <a:xfrm rot="-5400000">
            <a:off x="5699115" y="3939429"/>
            <a:ext cx="431895" cy="1356369"/>
            <a:chOff x="6385425" y="1587603"/>
            <a:chExt cx="763200" cy="2396836"/>
          </a:xfrm>
        </p:grpSpPr>
        <p:sp>
          <p:nvSpPr>
            <p:cNvPr id="461" name="Google Shape;461;p41"/>
            <p:cNvSpPr/>
            <p:nvPr/>
          </p:nvSpPr>
          <p:spPr>
            <a:xfrm rot="2700000">
              <a:off x="6497193" y="169937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1"/>
            <p:cNvSpPr/>
            <p:nvPr/>
          </p:nvSpPr>
          <p:spPr>
            <a:xfrm rot="2700000">
              <a:off x="6497193" y="251618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1"/>
            <p:cNvSpPr/>
            <p:nvPr/>
          </p:nvSpPr>
          <p:spPr>
            <a:xfrm rot="2700000">
              <a:off x="6497193" y="3333007"/>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 name="Google Shape;464;p41"/>
          <p:cNvGrpSpPr/>
          <p:nvPr/>
        </p:nvGrpSpPr>
        <p:grpSpPr>
          <a:xfrm>
            <a:off x="7179675" y="368100"/>
            <a:ext cx="1281575" cy="238575"/>
            <a:chOff x="1256325" y="2604375"/>
            <a:chExt cx="1281575" cy="238575"/>
          </a:xfrm>
        </p:grpSpPr>
        <p:sp>
          <p:nvSpPr>
            <p:cNvPr id="465" name="Google Shape;465;p41"/>
            <p:cNvSpPr/>
            <p:nvPr/>
          </p:nvSpPr>
          <p:spPr>
            <a:xfrm>
              <a:off x="1256325" y="2604375"/>
              <a:ext cx="285100" cy="238575"/>
            </a:xfrm>
            <a:custGeom>
              <a:rect b="b" l="l" r="r" t="t"/>
              <a:pathLst>
                <a:path extrusionOk="0" h="9543" w="11404">
                  <a:moveTo>
                    <a:pt x="9562" y="1"/>
                  </a:moveTo>
                  <a:lnTo>
                    <a:pt x="0"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1"/>
            <p:cNvSpPr/>
            <p:nvPr/>
          </p:nvSpPr>
          <p:spPr>
            <a:xfrm>
              <a:off x="1398600" y="2604375"/>
              <a:ext cx="284575" cy="238575"/>
            </a:xfrm>
            <a:custGeom>
              <a:rect b="b" l="l" r="r" t="t"/>
              <a:pathLst>
                <a:path extrusionOk="0" h="9543" w="11383">
                  <a:moveTo>
                    <a:pt x="9563" y="1"/>
                  </a:moveTo>
                  <a:lnTo>
                    <a:pt x="0" y="9542"/>
                  </a:lnTo>
                  <a:lnTo>
                    <a:pt x="1842"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1"/>
            <p:cNvSpPr/>
            <p:nvPr/>
          </p:nvSpPr>
          <p:spPr>
            <a:xfrm>
              <a:off x="1541400"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1"/>
            <p:cNvSpPr/>
            <p:nvPr/>
          </p:nvSpPr>
          <p:spPr>
            <a:xfrm>
              <a:off x="1683150" y="2604375"/>
              <a:ext cx="285125" cy="238575"/>
            </a:xfrm>
            <a:custGeom>
              <a:rect b="b" l="l" r="r" t="t"/>
              <a:pathLst>
                <a:path extrusionOk="0" h="9543" w="11405">
                  <a:moveTo>
                    <a:pt x="9584" y="1"/>
                  </a:moveTo>
                  <a:lnTo>
                    <a:pt x="1" y="9542"/>
                  </a:lnTo>
                  <a:lnTo>
                    <a:pt x="1842"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1"/>
            <p:cNvSpPr/>
            <p:nvPr/>
          </p:nvSpPr>
          <p:spPr>
            <a:xfrm>
              <a:off x="1825950" y="2604375"/>
              <a:ext cx="285125" cy="238575"/>
            </a:xfrm>
            <a:custGeom>
              <a:rect b="b" l="l" r="r" t="t"/>
              <a:pathLst>
                <a:path extrusionOk="0" h="9543" w="11405">
                  <a:moveTo>
                    <a:pt x="9563" y="1"/>
                  </a:moveTo>
                  <a:lnTo>
                    <a:pt x="1"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1"/>
            <p:cNvSpPr/>
            <p:nvPr/>
          </p:nvSpPr>
          <p:spPr>
            <a:xfrm>
              <a:off x="1968250" y="2604375"/>
              <a:ext cx="285100" cy="238575"/>
            </a:xfrm>
            <a:custGeom>
              <a:rect b="b" l="l" r="r" t="t"/>
              <a:pathLst>
                <a:path extrusionOk="0" h="9543" w="11404">
                  <a:moveTo>
                    <a:pt x="9583" y="1"/>
                  </a:moveTo>
                  <a:lnTo>
                    <a:pt x="0" y="9542"/>
                  </a:lnTo>
                  <a:lnTo>
                    <a:pt x="184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1"/>
            <p:cNvSpPr/>
            <p:nvPr/>
          </p:nvSpPr>
          <p:spPr>
            <a:xfrm>
              <a:off x="2111050" y="2604375"/>
              <a:ext cx="284050" cy="238575"/>
            </a:xfrm>
            <a:custGeom>
              <a:rect b="b" l="l" r="r" t="t"/>
              <a:pathLst>
                <a:path extrusionOk="0" h="9543" w="11362">
                  <a:moveTo>
                    <a:pt x="9562" y="1"/>
                  </a:moveTo>
                  <a:lnTo>
                    <a:pt x="0" y="9542"/>
                  </a:lnTo>
                  <a:lnTo>
                    <a:pt x="1821" y="9542"/>
                  </a:lnTo>
                  <a:lnTo>
                    <a:pt x="1136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1"/>
            <p:cNvSpPr/>
            <p:nvPr/>
          </p:nvSpPr>
          <p:spPr>
            <a:xfrm>
              <a:off x="2253325"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3" name="Google Shape;473;p41"/>
          <p:cNvSpPr txBox="1"/>
          <p:nvPr>
            <p:ph idx="4294967295" type="title"/>
          </p:nvPr>
        </p:nvSpPr>
        <p:spPr>
          <a:xfrm>
            <a:off x="602653" y="842500"/>
            <a:ext cx="3607500" cy="4782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AutoNum type="alphaUcPeriod"/>
            </a:pPr>
            <a:r>
              <a:rPr lang="en" sz="1700"/>
              <a:t>Bussines Understanding</a:t>
            </a:r>
            <a:endParaRPr sz="1700"/>
          </a:p>
        </p:txBody>
      </p:sp>
      <p:sp>
        <p:nvSpPr>
          <p:cNvPr id="474" name="Google Shape;474;p41"/>
          <p:cNvSpPr txBox="1"/>
          <p:nvPr>
            <p:ph idx="4294967295" type="title"/>
          </p:nvPr>
        </p:nvSpPr>
        <p:spPr>
          <a:xfrm>
            <a:off x="602653" y="2039463"/>
            <a:ext cx="3607500" cy="47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B. 	Data </a:t>
            </a:r>
            <a:r>
              <a:rPr lang="en" sz="1700"/>
              <a:t>Understanding</a:t>
            </a:r>
            <a:endParaRPr sz="1700"/>
          </a:p>
        </p:txBody>
      </p:sp>
      <p:sp>
        <p:nvSpPr>
          <p:cNvPr id="475" name="Google Shape;475;p41"/>
          <p:cNvSpPr txBox="1"/>
          <p:nvPr>
            <p:ph idx="1" type="subTitle"/>
          </p:nvPr>
        </p:nvSpPr>
        <p:spPr>
          <a:xfrm>
            <a:off x="602650" y="2412088"/>
            <a:ext cx="4693200" cy="898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latin typeface="Raleway"/>
                <a:ea typeface="Raleway"/>
                <a:cs typeface="Raleway"/>
                <a:sym typeface="Raleway"/>
              </a:rPr>
              <a:t>Analisis menggunakan dataset </a:t>
            </a:r>
            <a:r>
              <a:rPr i="1" lang="en" sz="1100">
                <a:solidFill>
                  <a:schemeClr val="dk1"/>
                </a:solidFill>
                <a:latin typeface="Raleway"/>
                <a:ea typeface="Raleway"/>
                <a:cs typeface="Raleway"/>
                <a:sym typeface="Raleway"/>
              </a:rPr>
              <a:t>Global Video Game Sales</a:t>
            </a:r>
            <a:r>
              <a:rPr lang="en" sz="1100">
                <a:solidFill>
                  <a:schemeClr val="dk1"/>
                </a:solidFill>
                <a:latin typeface="Raleway"/>
                <a:ea typeface="Raleway"/>
                <a:cs typeface="Raleway"/>
                <a:sym typeface="Raleway"/>
              </a:rPr>
              <a:t> yang mencakup penjualan game dari berbagai platform (PlayStation, Xbox, Nintendo, PC) dan wilayah (NA, EU, JP, Others).</a:t>
            </a:r>
            <a:endParaRPr sz="1100">
              <a:solidFill>
                <a:schemeClr val="dk1"/>
              </a:solidFill>
              <a:latin typeface="Raleway"/>
              <a:ea typeface="Raleway"/>
              <a:cs typeface="Raleway"/>
              <a:sym typeface="Raleway"/>
            </a:endParaRPr>
          </a:p>
          <a:p>
            <a:pPr indent="-298450" lvl="0" marL="457200" rtl="0" algn="l">
              <a:lnSpc>
                <a:spcPct val="115000"/>
              </a:lnSpc>
              <a:spcBef>
                <a:spcPts val="1200"/>
              </a:spcBef>
              <a:spcAft>
                <a:spcPts val="0"/>
              </a:spcAft>
              <a:buClr>
                <a:schemeClr val="dk1"/>
              </a:buClr>
              <a:buSzPts val="1100"/>
              <a:buFont typeface="Arial"/>
              <a:buChar char="●"/>
            </a:pPr>
            <a:r>
              <a:rPr b="1" lang="en" sz="1100">
                <a:solidFill>
                  <a:schemeClr val="dk1"/>
                </a:solidFill>
                <a:latin typeface="Raleway"/>
                <a:ea typeface="Raleway"/>
                <a:cs typeface="Raleway"/>
                <a:sym typeface="Raleway"/>
              </a:rPr>
              <a:t>Tipe Data</a:t>
            </a:r>
            <a:r>
              <a:rPr lang="en" sz="1100">
                <a:solidFill>
                  <a:schemeClr val="dk1"/>
                </a:solidFill>
                <a:latin typeface="Raleway"/>
                <a:ea typeface="Raleway"/>
                <a:cs typeface="Raleway"/>
                <a:sym typeface="Raleway"/>
              </a:rPr>
              <a:t>: Terdiri dari 11 atribut utama, termasuk data numerik (penjualan, tahun) dan kategorikal (genre, platform). Total data ±16.500 baris.</a:t>
            </a:r>
            <a:endParaRPr sz="1100">
              <a:solidFill>
                <a:schemeClr val="dk1"/>
              </a:solidFill>
              <a:latin typeface="Raleway"/>
              <a:ea typeface="Raleway"/>
              <a:cs typeface="Raleway"/>
              <a:sym typeface="Raleway"/>
            </a:endParaRPr>
          </a:p>
          <a:p>
            <a:pPr indent="-298450" lvl="0" marL="457200" rtl="0" algn="l">
              <a:lnSpc>
                <a:spcPct val="115000"/>
              </a:lnSpc>
              <a:spcBef>
                <a:spcPts val="0"/>
              </a:spcBef>
              <a:spcAft>
                <a:spcPts val="0"/>
              </a:spcAft>
              <a:buClr>
                <a:schemeClr val="dk1"/>
              </a:buClr>
              <a:buSzPts val="1100"/>
              <a:buFont typeface="Arial"/>
              <a:buChar char="●"/>
            </a:pPr>
            <a:r>
              <a:rPr b="1" lang="en" sz="1100">
                <a:solidFill>
                  <a:schemeClr val="dk1"/>
                </a:solidFill>
                <a:latin typeface="Raleway"/>
                <a:ea typeface="Raleway"/>
                <a:cs typeface="Raleway"/>
                <a:sym typeface="Raleway"/>
              </a:rPr>
              <a:t>Missing Value</a:t>
            </a:r>
            <a:r>
              <a:rPr lang="en" sz="1100">
                <a:solidFill>
                  <a:schemeClr val="dk1"/>
                </a:solidFill>
                <a:latin typeface="Raleway"/>
                <a:ea typeface="Raleway"/>
                <a:cs typeface="Raleway"/>
                <a:sym typeface="Raleway"/>
              </a:rPr>
              <a:t>: Ditemukan nilai kosong pada kolom </a:t>
            </a:r>
            <a:r>
              <a:rPr i="1" lang="en" sz="1100">
                <a:solidFill>
                  <a:schemeClr val="dk1"/>
                </a:solidFill>
                <a:latin typeface="Raleway"/>
                <a:ea typeface="Raleway"/>
                <a:cs typeface="Raleway"/>
                <a:sym typeface="Raleway"/>
              </a:rPr>
              <a:t>Year</a:t>
            </a:r>
            <a:r>
              <a:rPr lang="en" sz="1100">
                <a:solidFill>
                  <a:schemeClr val="dk1"/>
                </a:solidFill>
                <a:latin typeface="Raleway"/>
                <a:ea typeface="Raleway"/>
                <a:cs typeface="Raleway"/>
                <a:sym typeface="Raleway"/>
              </a:rPr>
              <a:t> dan </a:t>
            </a:r>
            <a:r>
              <a:rPr i="1" lang="en" sz="1100">
                <a:solidFill>
                  <a:schemeClr val="dk1"/>
                </a:solidFill>
                <a:latin typeface="Raleway"/>
                <a:ea typeface="Raleway"/>
                <a:cs typeface="Raleway"/>
                <a:sym typeface="Raleway"/>
              </a:rPr>
              <a:t>Publisher</a:t>
            </a:r>
            <a:r>
              <a:rPr lang="en" sz="1100">
                <a:solidFill>
                  <a:schemeClr val="dk1"/>
                </a:solidFill>
                <a:latin typeface="Raleway"/>
                <a:ea typeface="Raleway"/>
                <a:cs typeface="Raleway"/>
                <a:sym typeface="Raleway"/>
              </a:rPr>
              <a:t>, kemungkinan akibat data rilisan lama dan sumber yang tidak lengkap.</a:t>
            </a:r>
            <a:endParaRPr sz="1100">
              <a:solidFill>
                <a:schemeClr val="dk1"/>
              </a:solidFill>
              <a:latin typeface="Raleway"/>
              <a:ea typeface="Raleway"/>
              <a:cs typeface="Raleway"/>
              <a:sym typeface="Raleway"/>
            </a:endParaRPr>
          </a:p>
          <a:p>
            <a:pPr indent="-298450" lvl="0" marL="457200" rtl="0" algn="l">
              <a:lnSpc>
                <a:spcPct val="115000"/>
              </a:lnSpc>
              <a:spcBef>
                <a:spcPts val="0"/>
              </a:spcBef>
              <a:spcAft>
                <a:spcPts val="0"/>
              </a:spcAft>
              <a:buClr>
                <a:schemeClr val="dk1"/>
              </a:buClr>
              <a:buSzPts val="1100"/>
              <a:buFont typeface="Arial"/>
              <a:buChar char="●"/>
            </a:pPr>
            <a:r>
              <a:rPr b="1" lang="en" sz="1100">
                <a:solidFill>
                  <a:schemeClr val="dk1"/>
                </a:solidFill>
                <a:latin typeface="Raleway"/>
                <a:ea typeface="Raleway"/>
                <a:cs typeface="Raleway"/>
                <a:sym typeface="Raleway"/>
              </a:rPr>
              <a:t>Outlier</a:t>
            </a:r>
            <a:r>
              <a:rPr lang="en" sz="1100">
                <a:solidFill>
                  <a:schemeClr val="dk1"/>
                </a:solidFill>
                <a:latin typeface="Raleway"/>
                <a:ea typeface="Raleway"/>
                <a:cs typeface="Raleway"/>
                <a:sym typeface="Raleway"/>
              </a:rPr>
              <a:t>: Berdasarkan box plot kolom </a:t>
            </a:r>
            <a:r>
              <a:rPr i="1" lang="en" sz="1100">
                <a:solidFill>
                  <a:schemeClr val="dk1"/>
                </a:solidFill>
                <a:latin typeface="Raleway"/>
                <a:ea typeface="Raleway"/>
                <a:cs typeface="Raleway"/>
                <a:sym typeface="Raleway"/>
              </a:rPr>
              <a:t>Rank</a:t>
            </a:r>
            <a:r>
              <a:rPr lang="en" sz="1100">
                <a:solidFill>
                  <a:schemeClr val="dk1"/>
                </a:solidFill>
                <a:latin typeface="Raleway"/>
                <a:ea typeface="Raleway"/>
                <a:cs typeface="Raleway"/>
                <a:sym typeface="Raleway"/>
              </a:rPr>
              <a:t>, tidak ditemukan outlier. Distribusi data stabil dan dapat langsung digunakan untuk analisis lanjutan.</a:t>
            </a:r>
            <a:endParaRPr sz="1100">
              <a:solidFill>
                <a:schemeClr val="dk1"/>
              </a:solidFill>
              <a:latin typeface="Raleway"/>
              <a:ea typeface="Raleway"/>
              <a:cs typeface="Raleway"/>
              <a:sym typeface="Raleway"/>
            </a:endParaRPr>
          </a:p>
          <a:p>
            <a:pPr indent="0" lvl="0" marL="0" rtl="0" algn="just">
              <a:spcBef>
                <a:spcPts val="1200"/>
              </a:spcBef>
              <a:spcAft>
                <a:spcPts val="0"/>
              </a:spcAft>
              <a:buNone/>
            </a:pPr>
            <a:r>
              <a:t/>
            </a:r>
            <a:endParaRPr>
              <a:latin typeface="Raleway"/>
              <a:ea typeface="Raleway"/>
              <a:cs typeface="Raleway"/>
              <a:sym typeface="Ralew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2"/>
          <p:cNvSpPr txBox="1"/>
          <p:nvPr>
            <p:ph idx="1" type="subTitle"/>
          </p:nvPr>
        </p:nvSpPr>
        <p:spPr>
          <a:xfrm>
            <a:off x="1315025" y="1851625"/>
            <a:ext cx="6148800" cy="1414500"/>
          </a:xfrm>
          <a:prstGeom prst="rect">
            <a:avLst/>
          </a:prstGeom>
        </p:spPr>
        <p:txBody>
          <a:bodyPr anchorCtr="0" anchor="t" bIns="91425" lIns="91425" spcFirstLastPara="1" rIns="91425" wrap="square" tIns="91425">
            <a:noAutofit/>
          </a:bodyPr>
          <a:lstStyle/>
          <a:p>
            <a:pPr indent="-304800" lvl="0" marL="457200" rtl="0" algn="just">
              <a:lnSpc>
                <a:spcPct val="115000"/>
              </a:lnSpc>
              <a:spcBef>
                <a:spcPts val="0"/>
              </a:spcBef>
              <a:spcAft>
                <a:spcPts val="0"/>
              </a:spcAft>
              <a:buSzPts val="1200"/>
              <a:buChar char="●"/>
            </a:pPr>
            <a:r>
              <a:rPr b="1" lang="en">
                <a:solidFill>
                  <a:schemeClr val="dk1"/>
                </a:solidFill>
                <a:latin typeface="Raleway"/>
                <a:ea typeface="Raleway"/>
                <a:cs typeface="Raleway"/>
                <a:sym typeface="Raleway"/>
              </a:rPr>
              <a:t>Data Integration</a:t>
            </a:r>
            <a:r>
              <a:rPr lang="en">
                <a:solidFill>
                  <a:schemeClr val="dk1"/>
                </a:solidFill>
                <a:latin typeface="Raleway"/>
                <a:ea typeface="Raleway"/>
                <a:cs typeface="Raleway"/>
                <a:sym typeface="Raleway"/>
              </a:rPr>
              <a:t> Dua dataset digabung: </a:t>
            </a:r>
            <a:r>
              <a:rPr lang="en">
                <a:solidFill>
                  <a:srgbClr val="188038"/>
                </a:solidFill>
                <a:latin typeface="Raleway"/>
                <a:ea typeface="Raleway"/>
                <a:cs typeface="Raleway"/>
                <a:sym typeface="Raleway"/>
              </a:rPr>
              <a:t>vgsales.csv</a:t>
            </a:r>
            <a:r>
              <a:rPr lang="en">
                <a:solidFill>
                  <a:schemeClr val="dk1"/>
                </a:solidFill>
                <a:latin typeface="Raleway"/>
                <a:ea typeface="Raleway"/>
                <a:cs typeface="Raleway"/>
                <a:sym typeface="Raleway"/>
              </a:rPr>
              <a:t> dan </a:t>
            </a:r>
            <a:r>
              <a:rPr lang="en">
                <a:solidFill>
                  <a:srgbClr val="188038"/>
                </a:solidFill>
                <a:latin typeface="Raleway"/>
                <a:ea typeface="Raleway"/>
                <a:cs typeface="Raleway"/>
                <a:sym typeface="Raleway"/>
              </a:rPr>
              <a:t>Cleaned Data 2.csv</a:t>
            </a:r>
            <a:r>
              <a:rPr lang="en">
                <a:solidFill>
                  <a:schemeClr val="dk1"/>
                </a:solidFill>
                <a:latin typeface="Raleway"/>
                <a:ea typeface="Raleway"/>
                <a:cs typeface="Raleway"/>
                <a:sym typeface="Raleway"/>
              </a:rPr>
              <a:t> dari Kaggle, untuk menambahkan kolom </a:t>
            </a:r>
            <a:r>
              <a:rPr i="1" lang="en">
                <a:solidFill>
                  <a:schemeClr val="dk1"/>
                </a:solidFill>
                <a:latin typeface="Raleway"/>
                <a:ea typeface="Raleway"/>
                <a:cs typeface="Raleway"/>
                <a:sym typeface="Raleway"/>
              </a:rPr>
              <a:t>Rating</a:t>
            </a:r>
            <a:r>
              <a:rPr lang="en">
                <a:solidFill>
                  <a:schemeClr val="dk1"/>
                </a:solidFill>
                <a:latin typeface="Raleway"/>
                <a:ea typeface="Raleway"/>
                <a:cs typeface="Raleway"/>
                <a:sym typeface="Raleway"/>
              </a:rPr>
              <a:t> yang tidak tersedia di dataset utama. Penggabungan dilakukan berdasarkan kolom </a:t>
            </a:r>
            <a:r>
              <a:rPr i="1" lang="en">
                <a:solidFill>
                  <a:schemeClr val="dk1"/>
                </a:solidFill>
                <a:latin typeface="Raleway"/>
                <a:ea typeface="Raleway"/>
                <a:cs typeface="Raleway"/>
                <a:sym typeface="Raleway"/>
              </a:rPr>
              <a:t>Name</a:t>
            </a:r>
            <a:r>
              <a:rPr lang="en">
                <a:solidFill>
                  <a:schemeClr val="dk1"/>
                </a:solidFill>
                <a:latin typeface="Raleway"/>
                <a:ea typeface="Raleway"/>
                <a:cs typeface="Raleway"/>
                <a:sym typeface="Raleway"/>
              </a:rPr>
              <a:t>, memungkinkan analisis konten dan segmentasi berdasarkan rating.</a:t>
            </a:r>
            <a:endParaRPr>
              <a:solidFill>
                <a:schemeClr val="dk1"/>
              </a:solidFill>
              <a:latin typeface="Raleway"/>
              <a:ea typeface="Raleway"/>
              <a:cs typeface="Raleway"/>
              <a:sym typeface="Raleway"/>
            </a:endParaRPr>
          </a:p>
          <a:p>
            <a:pPr indent="-304800" lvl="0" marL="457200" rtl="0" algn="just">
              <a:lnSpc>
                <a:spcPct val="115000"/>
              </a:lnSpc>
              <a:spcBef>
                <a:spcPts val="0"/>
              </a:spcBef>
              <a:spcAft>
                <a:spcPts val="0"/>
              </a:spcAft>
              <a:buClr>
                <a:schemeClr val="dk1"/>
              </a:buClr>
              <a:buSzPts val="1200"/>
              <a:buFont typeface="Arial"/>
              <a:buChar char="●"/>
            </a:pPr>
            <a:r>
              <a:rPr b="1" lang="en">
                <a:solidFill>
                  <a:schemeClr val="dk1"/>
                </a:solidFill>
                <a:latin typeface="Raleway"/>
                <a:ea typeface="Raleway"/>
                <a:cs typeface="Raleway"/>
                <a:sym typeface="Raleway"/>
              </a:rPr>
              <a:t>Data Cleaning</a:t>
            </a:r>
            <a:r>
              <a:rPr lang="en">
                <a:solidFill>
                  <a:schemeClr val="dk1"/>
                </a:solidFill>
                <a:latin typeface="Raleway"/>
                <a:ea typeface="Raleway"/>
                <a:cs typeface="Raleway"/>
                <a:sym typeface="Raleway"/>
              </a:rPr>
              <a:t> Nilai kosong pada kolom </a:t>
            </a:r>
            <a:r>
              <a:rPr i="1" lang="en">
                <a:solidFill>
                  <a:schemeClr val="dk1"/>
                </a:solidFill>
                <a:latin typeface="Raleway"/>
                <a:ea typeface="Raleway"/>
                <a:cs typeface="Raleway"/>
                <a:sym typeface="Raleway"/>
              </a:rPr>
              <a:t>Year</a:t>
            </a:r>
            <a:r>
              <a:rPr lang="en">
                <a:solidFill>
                  <a:schemeClr val="dk1"/>
                </a:solidFill>
                <a:latin typeface="Raleway"/>
                <a:ea typeface="Raleway"/>
                <a:cs typeface="Raleway"/>
                <a:sym typeface="Raleway"/>
              </a:rPr>
              <a:t> diganti dengan label “Tahun Tidak Diketahui” dan dikonversi ke format teks. Kolom </a:t>
            </a:r>
            <a:r>
              <a:rPr i="1" lang="en">
                <a:solidFill>
                  <a:schemeClr val="dk1"/>
                </a:solidFill>
                <a:latin typeface="Raleway"/>
                <a:ea typeface="Raleway"/>
                <a:cs typeface="Raleway"/>
                <a:sym typeface="Raleway"/>
              </a:rPr>
              <a:t>Publisher</a:t>
            </a:r>
            <a:r>
              <a:rPr lang="en">
                <a:solidFill>
                  <a:schemeClr val="dk1"/>
                </a:solidFill>
                <a:latin typeface="Raleway"/>
                <a:ea typeface="Raleway"/>
                <a:cs typeface="Raleway"/>
                <a:sym typeface="Raleway"/>
              </a:rPr>
              <a:t> divalidasi menggunakan rumus kondisional untuk mengidentifikasi entri “N/A” dan menghasilkan kolom baru </a:t>
            </a:r>
            <a:r>
              <a:rPr i="1" lang="en">
                <a:solidFill>
                  <a:schemeClr val="dk1"/>
                </a:solidFill>
                <a:latin typeface="Raleway"/>
                <a:ea typeface="Raleway"/>
                <a:cs typeface="Raleway"/>
                <a:sym typeface="Raleway"/>
              </a:rPr>
              <a:t>Validasi Publisher</a:t>
            </a:r>
            <a:r>
              <a:rPr lang="en">
                <a:solidFill>
                  <a:schemeClr val="dk1"/>
                </a:solidFill>
                <a:latin typeface="Raleway"/>
                <a:ea typeface="Raleway"/>
                <a:cs typeface="Raleway"/>
                <a:sym typeface="Raleway"/>
              </a:rPr>
              <a:t>.</a:t>
            </a:r>
            <a:endParaRPr>
              <a:solidFill>
                <a:schemeClr val="dk1"/>
              </a:solidFill>
              <a:latin typeface="Raleway"/>
              <a:ea typeface="Raleway"/>
              <a:cs typeface="Raleway"/>
              <a:sym typeface="Raleway"/>
            </a:endParaRPr>
          </a:p>
          <a:p>
            <a:pPr indent="-304800" lvl="0" marL="457200" rtl="0" algn="just">
              <a:lnSpc>
                <a:spcPct val="115000"/>
              </a:lnSpc>
              <a:spcBef>
                <a:spcPts val="0"/>
              </a:spcBef>
              <a:spcAft>
                <a:spcPts val="0"/>
              </a:spcAft>
              <a:buClr>
                <a:schemeClr val="dk1"/>
              </a:buClr>
              <a:buSzPts val="1200"/>
              <a:buFont typeface="Arial"/>
              <a:buChar char="●"/>
            </a:pPr>
            <a:r>
              <a:rPr b="1" lang="en">
                <a:solidFill>
                  <a:schemeClr val="dk1"/>
                </a:solidFill>
                <a:latin typeface="Raleway"/>
                <a:ea typeface="Raleway"/>
                <a:cs typeface="Raleway"/>
                <a:sym typeface="Raleway"/>
              </a:rPr>
              <a:t>Data Transformation</a:t>
            </a:r>
            <a:r>
              <a:rPr lang="en">
                <a:solidFill>
                  <a:schemeClr val="dk1"/>
                </a:solidFill>
                <a:latin typeface="Raleway"/>
                <a:ea typeface="Raleway"/>
                <a:cs typeface="Raleway"/>
                <a:sym typeface="Raleway"/>
              </a:rPr>
              <a:t> Penyesuaian tipe data dilakukan agar penjualan ditampilkan dalam format desimal. Kolom penjualan regional dipivot menjadi dua kolom: </a:t>
            </a:r>
            <a:r>
              <a:rPr i="1" lang="en">
                <a:solidFill>
                  <a:schemeClr val="dk1"/>
                </a:solidFill>
                <a:latin typeface="Raleway"/>
                <a:ea typeface="Raleway"/>
                <a:cs typeface="Raleway"/>
                <a:sym typeface="Raleway"/>
              </a:rPr>
              <a:t>Pivot Field Names</a:t>
            </a:r>
            <a:r>
              <a:rPr lang="en">
                <a:solidFill>
                  <a:schemeClr val="dk1"/>
                </a:solidFill>
                <a:latin typeface="Raleway"/>
                <a:ea typeface="Raleway"/>
                <a:cs typeface="Raleway"/>
                <a:sym typeface="Raleway"/>
              </a:rPr>
              <a:t> dan </a:t>
            </a:r>
            <a:r>
              <a:rPr i="1" lang="en">
                <a:solidFill>
                  <a:schemeClr val="dk1"/>
                </a:solidFill>
                <a:latin typeface="Raleway"/>
                <a:ea typeface="Raleway"/>
                <a:cs typeface="Raleway"/>
                <a:sym typeface="Raleway"/>
              </a:rPr>
              <a:t>Pivot Field Values</a:t>
            </a:r>
            <a:r>
              <a:rPr lang="en">
                <a:solidFill>
                  <a:schemeClr val="dk1"/>
                </a:solidFill>
                <a:latin typeface="Raleway"/>
                <a:ea typeface="Raleway"/>
                <a:cs typeface="Raleway"/>
                <a:sym typeface="Raleway"/>
              </a:rPr>
              <a:t>. Kolom </a:t>
            </a:r>
            <a:r>
              <a:rPr i="1" lang="en">
                <a:solidFill>
                  <a:schemeClr val="dk1"/>
                </a:solidFill>
                <a:latin typeface="Raleway"/>
                <a:ea typeface="Raleway"/>
                <a:cs typeface="Raleway"/>
                <a:sym typeface="Raleway"/>
              </a:rPr>
              <a:t>Rating</a:t>
            </a:r>
            <a:r>
              <a:rPr lang="en">
                <a:solidFill>
                  <a:schemeClr val="dk1"/>
                </a:solidFill>
                <a:latin typeface="Raleway"/>
                <a:ea typeface="Raleway"/>
                <a:cs typeface="Raleway"/>
                <a:sym typeface="Raleway"/>
              </a:rPr>
              <a:t> dikategorikan menjadi “Teen”, “Mature”, dan “Unrated” untuk mempermudah segmentasi dan visualisasi</a:t>
            </a:r>
            <a:endParaRPr>
              <a:solidFill>
                <a:schemeClr val="dk1"/>
              </a:solidFill>
              <a:latin typeface="Raleway"/>
              <a:ea typeface="Raleway"/>
              <a:cs typeface="Raleway"/>
              <a:sym typeface="Raleway"/>
            </a:endParaRPr>
          </a:p>
          <a:p>
            <a:pPr indent="0" lvl="0" marL="0" rtl="0" algn="just">
              <a:lnSpc>
                <a:spcPct val="115000"/>
              </a:lnSpc>
              <a:spcBef>
                <a:spcPts val="0"/>
              </a:spcBef>
              <a:spcAft>
                <a:spcPts val="0"/>
              </a:spcAft>
              <a:buNone/>
            </a:pPr>
            <a:r>
              <a:t/>
            </a:r>
            <a:endParaRPr>
              <a:latin typeface="Raleway"/>
              <a:ea typeface="Raleway"/>
              <a:cs typeface="Raleway"/>
              <a:sym typeface="Raleway"/>
            </a:endParaRPr>
          </a:p>
        </p:txBody>
      </p:sp>
      <p:sp>
        <p:nvSpPr>
          <p:cNvPr id="481" name="Google Shape;481;p42"/>
          <p:cNvSpPr/>
          <p:nvPr/>
        </p:nvSpPr>
        <p:spPr>
          <a:xfrm>
            <a:off x="8171963" y="427825"/>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2"/>
          <p:cNvSpPr/>
          <p:nvPr/>
        </p:nvSpPr>
        <p:spPr>
          <a:xfrm rot="10800000">
            <a:off x="7764988" y="551125"/>
            <a:ext cx="636900" cy="636900"/>
          </a:xfrm>
          <a:prstGeom prst="cube">
            <a:avLst>
              <a:gd fmla="val 25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2"/>
          <p:cNvSpPr txBox="1"/>
          <p:nvPr>
            <p:ph type="title"/>
          </p:nvPr>
        </p:nvSpPr>
        <p:spPr>
          <a:xfrm>
            <a:off x="1315025" y="615313"/>
            <a:ext cx="634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Implementasi  Metode</a:t>
            </a:r>
            <a:r>
              <a:rPr lang="en" sz="2400"/>
              <a:t>  </a:t>
            </a:r>
            <a:r>
              <a:rPr b="0" lang="en" sz="2400">
                <a:solidFill>
                  <a:schemeClr val="accent2"/>
                </a:solidFill>
                <a:highlight>
                  <a:schemeClr val="lt2"/>
                </a:highlight>
              </a:rPr>
              <a:t>CRISP-DM </a:t>
            </a:r>
            <a:endParaRPr b="0" sz="2400">
              <a:solidFill>
                <a:schemeClr val="accent2"/>
              </a:solidFill>
              <a:highlight>
                <a:schemeClr val="lt2"/>
              </a:highlight>
            </a:endParaRPr>
          </a:p>
        </p:txBody>
      </p:sp>
      <p:sp>
        <p:nvSpPr>
          <p:cNvPr id="484" name="Google Shape;484;p42"/>
          <p:cNvSpPr txBox="1"/>
          <p:nvPr>
            <p:ph idx="3" type="title"/>
          </p:nvPr>
        </p:nvSpPr>
        <p:spPr>
          <a:xfrm>
            <a:off x="1315028" y="1280725"/>
            <a:ext cx="3607500" cy="47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700"/>
              <a:t>C. 	Data Preprocessing</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3"/>
          <p:cNvSpPr/>
          <p:nvPr/>
        </p:nvSpPr>
        <p:spPr>
          <a:xfrm rot="-5400000">
            <a:off x="1388264" y="4264415"/>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0" name="Google Shape;490;p43"/>
          <p:cNvGrpSpPr/>
          <p:nvPr/>
        </p:nvGrpSpPr>
        <p:grpSpPr>
          <a:xfrm rot="-5400000">
            <a:off x="801390" y="3894867"/>
            <a:ext cx="431895" cy="1356369"/>
            <a:chOff x="6385425" y="1587603"/>
            <a:chExt cx="763200" cy="2396836"/>
          </a:xfrm>
        </p:grpSpPr>
        <p:sp>
          <p:nvSpPr>
            <p:cNvPr id="491" name="Google Shape;491;p43"/>
            <p:cNvSpPr/>
            <p:nvPr/>
          </p:nvSpPr>
          <p:spPr>
            <a:xfrm rot="2700000">
              <a:off x="6497193" y="169937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3"/>
            <p:cNvSpPr/>
            <p:nvPr/>
          </p:nvSpPr>
          <p:spPr>
            <a:xfrm rot="2700000">
              <a:off x="6497193" y="251618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3"/>
            <p:cNvSpPr/>
            <p:nvPr/>
          </p:nvSpPr>
          <p:spPr>
            <a:xfrm rot="2700000">
              <a:off x="6497193" y="3333007"/>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 name="Google Shape;494;p43"/>
          <p:cNvGrpSpPr/>
          <p:nvPr/>
        </p:nvGrpSpPr>
        <p:grpSpPr>
          <a:xfrm>
            <a:off x="8187425" y="224613"/>
            <a:ext cx="1167050" cy="520500"/>
            <a:chOff x="5393175" y="292313"/>
            <a:chExt cx="1167050" cy="520500"/>
          </a:xfrm>
        </p:grpSpPr>
        <p:sp>
          <p:nvSpPr>
            <p:cNvPr id="495" name="Google Shape;495;p43"/>
            <p:cNvSpPr/>
            <p:nvPr/>
          </p:nvSpPr>
          <p:spPr>
            <a:xfrm>
              <a:off x="53931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3"/>
            <p:cNvSpPr/>
            <p:nvPr/>
          </p:nvSpPr>
          <p:spPr>
            <a:xfrm>
              <a:off x="565942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3"/>
            <p:cNvSpPr/>
            <p:nvPr/>
          </p:nvSpPr>
          <p:spPr>
            <a:xfrm>
              <a:off x="5924650" y="292313"/>
              <a:ext cx="104625" cy="104650"/>
            </a:xfrm>
            <a:custGeom>
              <a:rect b="b" l="l" r="r" t="t"/>
              <a:pathLst>
                <a:path extrusionOk="0" h="4186" w="4185">
                  <a:moveTo>
                    <a:pt x="2092" y="1"/>
                  </a:moveTo>
                  <a:cubicBezTo>
                    <a:pt x="942" y="1"/>
                    <a:pt x="0" y="942"/>
                    <a:pt x="0" y="2093"/>
                  </a:cubicBezTo>
                  <a:cubicBezTo>
                    <a:pt x="0" y="3244"/>
                    <a:pt x="942" y="4185"/>
                    <a:pt x="2092" y="4185"/>
                  </a:cubicBezTo>
                  <a:cubicBezTo>
                    <a:pt x="3243" y="4185"/>
                    <a:pt x="4185" y="3244"/>
                    <a:pt x="4185" y="2093"/>
                  </a:cubicBezTo>
                  <a:cubicBezTo>
                    <a:pt x="4185" y="942"/>
                    <a:pt x="3243" y="1"/>
                    <a:pt x="20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3"/>
            <p:cNvSpPr/>
            <p:nvPr/>
          </p:nvSpPr>
          <p:spPr>
            <a:xfrm>
              <a:off x="6190375" y="292313"/>
              <a:ext cx="104625" cy="104650"/>
            </a:xfrm>
            <a:custGeom>
              <a:rect b="b" l="l" r="r" t="t"/>
              <a:pathLst>
                <a:path extrusionOk="0" h="4186" w="4185">
                  <a:moveTo>
                    <a:pt x="2093" y="1"/>
                  </a:moveTo>
                  <a:cubicBezTo>
                    <a:pt x="942" y="1"/>
                    <a:pt x="0" y="942"/>
                    <a:pt x="0" y="2093"/>
                  </a:cubicBezTo>
                  <a:cubicBezTo>
                    <a:pt x="0" y="3244"/>
                    <a:pt x="942" y="4185"/>
                    <a:pt x="2093" y="4185"/>
                  </a:cubicBezTo>
                  <a:cubicBezTo>
                    <a:pt x="3243" y="4185"/>
                    <a:pt x="4185" y="3244"/>
                    <a:pt x="4185" y="2093"/>
                  </a:cubicBezTo>
                  <a:cubicBezTo>
                    <a:pt x="4185" y="942"/>
                    <a:pt x="3243"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3"/>
            <p:cNvSpPr/>
            <p:nvPr/>
          </p:nvSpPr>
          <p:spPr>
            <a:xfrm>
              <a:off x="64555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5" y="3244"/>
                    <a:pt x="4185" y="2093"/>
                  </a:cubicBezTo>
                  <a:cubicBezTo>
                    <a:pt x="4185"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3"/>
            <p:cNvSpPr/>
            <p:nvPr/>
          </p:nvSpPr>
          <p:spPr>
            <a:xfrm>
              <a:off x="53931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3"/>
            <p:cNvSpPr/>
            <p:nvPr/>
          </p:nvSpPr>
          <p:spPr>
            <a:xfrm>
              <a:off x="565942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3"/>
            <p:cNvSpPr/>
            <p:nvPr/>
          </p:nvSpPr>
          <p:spPr>
            <a:xfrm>
              <a:off x="5924650" y="500513"/>
              <a:ext cx="104625" cy="104650"/>
            </a:xfrm>
            <a:custGeom>
              <a:rect b="b" l="l" r="r" t="t"/>
              <a:pathLst>
                <a:path extrusionOk="0" h="4186" w="4185">
                  <a:moveTo>
                    <a:pt x="2092" y="0"/>
                  </a:moveTo>
                  <a:cubicBezTo>
                    <a:pt x="942" y="0"/>
                    <a:pt x="0" y="942"/>
                    <a:pt x="0" y="2093"/>
                  </a:cubicBezTo>
                  <a:cubicBezTo>
                    <a:pt x="0" y="3244"/>
                    <a:pt x="942" y="4185"/>
                    <a:pt x="2092" y="4185"/>
                  </a:cubicBezTo>
                  <a:cubicBezTo>
                    <a:pt x="3243" y="4185"/>
                    <a:pt x="4185" y="3244"/>
                    <a:pt x="4185" y="2093"/>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3"/>
            <p:cNvSpPr/>
            <p:nvPr/>
          </p:nvSpPr>
          <p:spPr>
            <a:xfrm>
              <a:off x="6190375" y="500513"/>
              <a:ext cx="104625" cy="104650"/>
            </a:xfrm>
            <a:custGeom>
              <a:rect b="b" l="l" r="r" t="t"/>
              <a:pathLst>
                <a:path extrusionOk="0" h="4186" w="4185">
                  <a:moveTo>
                    <a:pt x="2093" y="0"/>
                  </a:moveTo>
                  <a:cubicBezTo>
                    <a:pt x="942" y="0"/>
                    <a:pt x="0" y="942"/>
                    <a:pt x="0" y="2093"/>
                  </a:cubicBezTo>
                  <a:cubicBezTo>
                    <a:pt x="0" y="3244"/>
                    <a:pt x="942" y="4185"/>
                    <a:pt x="2093" y="4185"/>
                  </a:cubicBezTo>
                  <a:cubicBezTo>
                    <a:pt x="3243" y="4185"/>
                    <a:pt x="4185" y="3244"/>
                    <a:pt x="4185" y="2093"/>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3"/>
            <p:cNvSpPr/>
            <p:nvPr/>
          </p:nvSpPr>
          <p:spPr>
            <a:xfrm>
              <a:off x="64555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5" y="3244"/>
                    <a:pt x="4185" y="2093"/>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3"/>
            <p:cNvSpPr/>
            <p:nvPr/>
          </p:nvSpPr>
          <p:spPr>
            <a:xfrm>
              <a:off x="53931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3"/>
            <p:cNvSpPr/>
            <p:nvPr/>
          </p:nvSpPr>
          <p:spPr>
            <a:xfrm>
              <a:off x="565942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3"/>
            <p:cNvSpPr/>
            <p:nvPr/>
          </p:nvSpPr>
          <p:spPr>
            <a:xfrm>
              <a:off x="5924650" y="708188"/>
              <a:ext cx="104625" cy="104625"/>
            </a:xfrm>
            <a:custGeom>
              <a:rect b="b" l="l" r="r" t="t"/>
              <a:pathLst>
                <a:path extrusionOk="0" h="4185" w="4185">
                  <a:moveTo>
                    <a:pt x="2092" y="0"/>
                  </a:moveTo>
                  <a:cubicBezTo>
                    <a:pt x="942" y="0"/>
                    <a:pt x="0" y="942"/>
                    <a:pt x="0" y="2092"/>
                  </a:cubicBezTo>
                  <a:cubicBezTo>
                    <a:pt x="0" y="3243"/>
                    <a:pt x="942" y="4185"/>
                    <a:pt x="2092" y="4185"/>
                  </a:cubicBezTo>
                  <a:cubicBezTo>
                    <a:pt x="3243" y="4185"/>
                    <a:pt x="4185" y="3243"/>
                    <a:pt x="4185" y="2092"/>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3"/>
            <p:cNvSpPr/>
            <p:nvPr/>
          </p:nvSpPr>
          <p:spPr>
            <a:xfrm>
              <a:off x="6190375" y="708188"/>
              <a:ext cx="104625" cy="104625"/>
            </a:xfrm>
            <a:custGeom>
              <a:rect b="b" l="l" r="r" t="t"/>
              <a:pathLst>
                <a:path extrusionOk="0" h="4185" w="4185">
                  <a:moveTo>
                    <a:pt x="2093" y="0"/>
                  </a:moveTo>
                  <a:cubicBezTo>
                    <a:pt x="942" y="0"/>
                    <a:pt x="0" y="942"/>
                    <a:pt x="0" y="2092"/>
                  </a:cubicBezTo>
                  <a:cubicBezTo>
                    <a:pt x="0" y="3243"/>
                    <a:pt x="942" y="4185"/>
                    <a:pt x="2093" y="4185"/>
                  </a:cubicBezTo>
                  <a:cubicBezTo>
                    <a:pt x="3243" y="4185"/>
                    <a:pt x="4185" y="3243"/>
                    <a:pt x="4185" y="2092"/>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3"/>
            <p:cNvSpPr/>
            <p:nvPr/>
          </p:nvSpPr>
          <p:spPr>
            <a:xfrm>
              <a:off x="64555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5" y="3243"/>
                    <a:pt x="4185" y="2092"/>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0" name="Google Shape;510;p43"/>
          <p:cNvSpPr txBox="1"/>
          <p:nvPr>
            <p:ph type="title"/>
          </p:nvPr>
        </p:nvSpPr>
        <p:spPr>
          <a:xfrm>
            <a:off x="1272050" y="470713"/>
            <a:ext cx="634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Implementasi  Metode</a:t>
            </a:r>
            <a:r>
              <a:rPr lang="en" sz="2400"/>
              <a:t>  </a:t>
            </a:r>
            <a:r>
              <a:rPr b="0" lang="en" sz="2400">
                <a:solidFill>
                  <a:schemeClr val="accent2"/>
                </a:solidFill>
                <a:highlight>
                  <a:schemeClr val="lt2"/>
                </a:highlight>
              </a:rPr>
              <a:t>CRISP-DM </a:t>
            </a:r>
            <a:endParaRPr b="0" sz="2400">
              <a:solidFill>
                <a:schemeClr val="accent2"/>
              </a:solidFill>
              <a:highlight>
                <a:schemeClr val="lt2"/>
              </a:highlight>
            </a:endParaRPr>
          </a:p>
        </p:txBody>
      </p:sp>
      <p:sp>
        <p:nvSpPr>
          <p:cNvPr id="511" name="Google Shape;511;p43"/>
          <p:cNvSpPr txBox="1"/>
          <p:nvPr>
            <p:ph idx="3" type="title"/>
          </p:nvPr>
        </p:nvSpPr>
        <p:spPr>
          <a:xfrm>
            <a:off x="1338078" y="1064575"/>
            <a:ext cx="3607500" cy="47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700"/>
              <a:t>D. 	Modelling</a:t>
            </a:r>
            <a:endParaRPr sz="1700"/>
          </a:p>
        </p:txBody>
      </p:sp>
      <p:sp>
        <p:nvSpPr>
          <p:cNvPr id="512" name="Google Shape;512;p43"/>
          <p:cNvSpPr txBox="1"/>
          <p:nvPr>
            <p:ph idx="1" type="subTitle"/>
          </p:nvPr>
        </p:nvSpPr>
        <p:spPr>
          <a:xfrm>
            <a:off x="606525" y="3132350"/>
            <a:ext cx="4123800" cy="621300"/>
          </a:xfrm>
          <a:prstGeom prst="rect">
            <a:avLst/>
          </a:prstGeom>
        </p:spPr>
        <p:txBody>
          <a:bodyPr anchorCtr="0" anchor="t" bIns="91425" lIns="91425" spcFirstLastPara="1" rIns="91425" wrap="square" tIns="91425">
            <a:noAutofit/>
          </a:bodyPr>
          <a:lstStyle/>
          <a:p>
            <a:pPr indent="-304800" lvl="0" marL="457200" rtl="0" algn="just">
              <a:spcBef>
                <a:spcPts val="0"/>
              </a:spcBef>
              <a:spcAft>
                <a:spcPts val="0"/>
              </a:spcAft>
              <a:buSzPts val="1200"/>
              <a:buAutoNum type="arabicPeriod"/>
            </a:pPr>
            <a:r>
              <a:rPr lang="en"/>
              <a:t>Analisis Rata-rata Penjualan Global Berdasarkan Genre </a:t>
            </a:r>
            <a:endParaRPr/>
          </a:p>
        </p:txBody>
      </p:sp>
      <p:pic>
        <p:nvPicPr>
          <p:cNvPr id="513" name="Google Shape;513;p43"/>
          <p:cNvPicPr preferRelativeResize="0"/>
          <p:nvPr/>
        </p:nvPicPr>
        <p:blipFill>
          <a:blip r:embed="rId3">
            <a:alphaModFix/>
          </a:blip>
          <a:stretch>
            <a:fillRect/>
          </a:stretch>
        </p:blipFill>
        <p:spPr>
          <a:xfrm>
            <a:off x="683250" y="1683037"/>
            <a:ext cx="3970359" cy="1236400"/>
          </a:xfrm>
          <a:prstGeom prst="rect">
            <a:avLst/>
          </a:prstGeom>
          <a:noFill/>
          <a:ln>
            <a:noFill/>
          </a:ln>
        </p:spPr>
      </p:pic>
      <p:sp>
        <p:nvSpPr>
          <p:cNvPr id="514" name="Google Shape;514;p43"/>
          <p:cNvSpPr txBox="1"/>
          <p:nvPr>
            <p:ph idx="1" type="subTitle"/>
          </p:nvPr>
        </p:nvSpPr>
        <p:spPr>
          <a:xfrm>
            <a:off x="4864500" y="1462625"/>
            <a:ext cx="4123800" cy="621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2. 	</a:t>
            </a:r>
            <a:r>
              <a:rPr lang="en"/>
              <a:t>Analisis Frekuensi Rilis Genre Video Game</a:t>
            </a:r>
            <a:r>
              <a:rPr lang="en"/>
              <a:t> </a:t>
            </a:r>
            <a:endParaRPr/>
          </a:p>
        </p:txBody>
      </p:sp>
      <p:pic>
        <p:nvPicPr>
          <p:cNvPr id="515" name="Google Shape;515;p43"/>
          <p:cNvPicPr preferRelativeResize="0"/>
          <p:nvPr/>
        </p:nvPicPr>
        <p:blipFill>
          <a:blip r:embed="rId4">
            <a:alphaModFix/>
          </a:blip>
          <a:stretch>
            <a:fillRect/>
          </a:stretch>
        </p:blipFill>
        <p:spPr>
          <a:xfrm>
            <a:off x="4945575" y="1878825"/>
            <a:ext cx="3048750" cy="3004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4"/>
          <p:cNvSpPr/>
          <p:nvPr/>
        </p:nvSpPr>
        <p:spPr>
          <a:xfrm rot="-5400000">
            <a:off x="1388264" y="4264415"/>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1" name="Google Shape;521;p44"/>
          <p:cNvGrpSpPr/>
          <p:nvPr/>
        </p:nvGrpSpPr>
        <p:grpSpPr>
          <a:xfrm rot="-5400000">
            <a:off x="801390" y="3894867"/>
            <a:ext cx="431895" cy="1356369"/>
            <a:chOff x="6385425" y="1587603"/>
            <a:chExt cx="763200" cy="2396836"/>
          </a:xfrm>
        </p:grpSpPr>
        <p:sp>
          <p:nvSpPr>
            <p:cNvPr id="522" name="Google Shape;522;p44"/>
            <p:cNvSpPr/>
            <p:nvPr/>
          </p:nvSpPr>
          <p:spPr>
            <a:xfrm rot="2700000">
              <a:off x="6497193" y="169937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4"/>
            <p:cNvSpPr/>
            <p:nvPr/>
          </p:nvSpPr>
          <p:spPr>
            <a:xfrm rot="2700000">
              <a:off x="6497193" y="251618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4"/>
            <p:cNvSpPr/>
            <p:nvPr/>
          </p:nvSpPr>
          <p:spPr>
            <a:xfrm rot="2700000">
              <a:off x="6497193" y="3333007"/>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 name="Google Shape;525;p44"/>
          <p:cNvGrpSpPr/>
          <p:nvPr/>
        </p:nvGrpSpPr>
        <p:grpSpPr>
          <a:xfrm>
            <a:off x="8187425" y="224613"/>
            <a:ext cx="1167050" cy="520500"/>
            <a:chOff x="5393175" y="292313"/>
            <a:chExt cx="1167050" cy="520500"/>
          </a:xfrm>
        </p:grpSpPr>
        <p:sp>
          <p:nvSpPr>
            <p:cNvPr id="526" name="Google Shape;526;p44"/>
            <p:cNvSpPr/>
            <p:nvPr/>
          </p:nvSpPr>
          <p:spPr>
            <a:xfrm>
              <a:off x="53931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4"/>
            <p:cNvSpPr/>
            <p:nvPr/>
          </p:nvSpPr>
          <p:spPr>
            <a:xfrm>
              <a:off x="565942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4"/>
            <p:cNvSpPr/>
            <p:nvPr/>
          </p:nvSpPr>
          <p:spPr>
            <a:xfrm>
              <a:off x="5924650" y="292313"/>
              <a:ext cx="104625" cy="104650"/>
            </a:xfrm>
            <a:custGeom>
              <a:rect b="b" l="l" r="r" t="t"/>
              <a:pathLst>
                <a:path extrusionOk="0" h="4186" w="4185">
                  <a:moveTo>
                    <a:pt x="2092" y="1"/>
                  </a:moveTo>
                  <a:cubicBezTo>
                    <a:pt x="942" y="1"/>
                    <a:pt x="0" y="942"/>
                    <a:pt x="0" y="2093"/>
                  </a:cubicBezTo>
                  <a:cubicBezTo>
                    <a:pt x="0" y="3244"/>
                    <a:pt x="942" y="4185"/>
                    <a:pt x="2092" y="4185"/>
                  </a:cubicBezTo>
                  <a:cubicBezTo>
                    <a:pt x="3243" y="4185"/>
                    <a:pt x="4185" y="3244"/>
                    <a:pt x="4185" y="2093"/>
                  </a:cubicBezTo>
                  <a:cubicBezTo>
                    <a:pt x="4185" y="942"/>
                    <a:pt x="3243" y="1"/>
                    <a:pt x="20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4"/>
            <p:cNvSpPr/>
            <p:nvPr/>
          </p:nvSpPr>
          <p:spPr>
            <a:xfrm>
              <a:off x="6190375" y="292313"/>
              <a:ext cx="104625" cy="104650"/>
            </a:xfrm>
            <a:custGeom>
              <a:rect b="b" l="l" r="r" t="t"/>
              <a:pathLst>
                <a:path extrusionOk="0" h="4186" w="4185">
                  <a:moveTo>
                    <a:pt x="2093" y="1"/>
                  </a:moveTo>
                  <a:cubicBezTo>
                    <a:pt x="942" y="1"/>
                    <a:pt x="0" y="942"/>
                    <a:pt x="0" y="2093"/>
                  </a:cubicBezTo>
                  <a:cubicBezTo>
                    <a:pt x="0" y="3244"/>
                    <a:pt x="942" y="4185"/>
                    <a:pt x="2093" y="4185"/>
                  </a:cubicBezTo>
                  <a:cubicBezTo>
                    <a:pt x="3243" y="4185"/>
                    <a:pt x="4185" y="3244"/>
                    <a:pt x="4185" y="2093"/>
                  </a:cubicBezTo>
                  <a:cubicBezTo>
                    <a:pt x="4185" y="942"/>
                    <a:pt x="3243"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4"/>
            <p:cNvSpPr/>
            <p:nvPr/>
          </p:nvSpPr>
          <p:spPr>
            <a:xfrm>
              <a:off x="64555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5" y="3244"/>
                    <a:pt x="4185" y="2093"/>
                  </a:cubicBezTo>
                  <a:cubicBezTo>
                    <a:pt x="4185"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4"/>
            <p:cNvSpPr/>
            <p:nvPr/>
          </p:nvSpPr>
          <p:spPr>
            <a:xfrm>
              <a:off x="53931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4"/>
            <p:cNvSpPr/>
            <p:nvPr/>
          </p:nvSpPr>
          <p:spPr>
            <a:xfrm>
              <a:off x="565942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4"/>
            <p:cNvSpPr/>
            <p:nvPr/>
          </p:nvSpPr>
          <p:spPr>
            <a:xfrm>
              <a:off x="5924650" y="500513"/>
              <a:ext cx="104625" cy="104650"/>
            </a:xfrm>
            <a:custGeom>
              <a:rect b="b" l="l" r="r" t="t"/>
              <a:pathLst>
                <a:path extrusionOk="0" h="4186" w="4185">
                  <a:moveTo>
                    <a:pt x="2092" y="0"/>
                  </a:moveTo>
                  <a:cubicBezTo>
                    <a:pt x="942" y="0"/>
                    <a:pt x="0" y="942"/>
                    <a:pt x="0" y="2093"/>
                  </a:cubicBezTo>
                  <a:cubicBezTo>
                    <a:pt x="0" y="3244"/>
                    <a:pt x="942" y="4185"/>
                    <a:pt x="2092" y="4185"/>
                  </a:cubicBezTo>
                  <a:cubicBezTo>
                    <a:pt x="3243" y="4185"/>
                    <a:pt x="4185" y="3244"/>
                    <a:pt x="4185" y="2093"/>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4"/>
            <p:cNvSpPr/>
            <p:nvPr/>
          </p:nvSpPr>
          <p:spPr>
            <a:xfrm>
              <a:off x="6190375" y="500513"/>
              <a:ext cx="104625" cy="104650"/>
            </a:xfrm>
            <a:custGeom>
              <a:rect b="b" l="l" r="r" t="t"/>
              <a:pathLst>
                <a:path extrusionOk="0" h="4186" w="4185">
                  <a:moveTo>
                    <a:pt x="2093" y="0"/>
                  </a:moveTo>
                  <a:cubicBezTo>
                    <a:pt x="942" y="0"/>
                    <a:pt x="0" y="942"/>
                    <a:pt x="0" y="2093"/>
                  </a:cubicBezTo>
                  <a:cubicBezTo>
                    <a:pt x="0" y="3244"/>
                    <a:pt x="942" y="4185"/>
                    <a:pt x="2093" y="4185"/>
                  </a:cubicBezTo>
                  <a:cubicBezTo>
                    <a:pt x="3243" y="4185"/>
                    <a:pt x="4185" y="3244"/>
                    <a:pt x="4185" y="2093"/>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4"/>
            <p:cNvSpPr/>
            <p:nvPr/>
          </p:nvSpPr>
          <p:spPr>
            <a:xfrm>
              <a:off x="64555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5" y="3244"/>
                    <a:pt x="4185" y="2093"/>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4"/>
            <p:cNvSpPr/>
            <p:nvPr/>
          </p:nvSpPr>
          <p:spPr>
            <a:xfrm>
              <a:off x="53931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4"/>
            <p:cNvSpPr/>
            <p:nvPr/>
          </p:nvSpPr>
          <p:spPr>
            <a:xfrm>
              <a:off x="565942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4"/>
            <p:cNvSpPr/>
            <p:nvPr/>
          </p:nvSpPr>
          <p:spPr>
            <a:xfrm>
              <a:off x="5924650" y="708188"/>
              <a:ext cx="104625" cy="104625"/>
            </a:xfrm>
            <a:custGeom>
              <a:rect b="b" l="l" r="r" t="t"/>
              <a:pathLst>
                <a:path extrusionOk="0" h="4185" w="4185">
                  <a:moveTo>
                    <a:pt x="2092" y="0"/>
                  </a:moveTo>
                  <a:cubicBezTo>
                    <a:pt x="942" y="0"/>
                    <a:pt x="0" y="942"/>
                    <a:pt x="0" y="2092"/>
                  </a:cubicBezTo>
                  <a:cubicBezTo>
                    <a:pt x="0" y="3243"/>
                    <a:pt x="942" y="4185"/>
                    <a:pt x="2092" y="4185"/>
                  </a:cubicBezTo>
                  <a:cubicBezTo>
                    <a:pt x="3243" y="4185"/>
                    <a:pt x="4185" y="3243"/>
                    <a:pt x="4185" y="2092"/>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4"/>
            <p:cNvSpPr/>
            <p:nvPr/>
          </p:nvSpPr>
          <p:spPr>
            <a:xfrm>
              <a:off x="6190375" y="708188"/>
              <a:ext cx="104625" cy="104625"/>
            </a:xfrm>
            <a:custGeom>
              <a:rect b="b" l="l" r="r" t="t"/>
              <a:pathLst>
                <a:path extrusionOk="0" h="4185" w="4185">
                  <a:moveTo>
                    <a:pt x="2093" y="0"/>
                  </a:moveTo>
                  <a:cubicBezTo>
                    <a:pt x="942" y="0"/>
                    <a:pt x="0" y="942"/>
                    <a:pt x="0" y="2092"/>
                  </a:cubicBezTo>
                  <a:cubicBezTo>
                    <a:pt x="0" y="3243"/>
                    <a:pt x="942" y="4185"/>
                    <a:pt x="2093" y="4185"/>
                  </a:cubicBezTo>
                  <a:cubicBezTo>
                    <a:pt x="3243" y="4185"/>
                    <a:pt x="4185" y="3243"/>
                    <a:pt x="4185" y="2092"/>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4"/>
            <p:cNvSpPr/>
            <p:nvPr/>
          </p:nvSpPr>
          <p:spPr>
            <a:xfrm>
              <a:off x="64555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5" y="3243"/>
                    <a:pt x="4185" y="2092"/>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1" name="Google Shape;541;p44"/>
          <p:cNvSpPr txBox="1"/>
          <p:nvPr>
            <p:ph type="title"/>
          </p:nvPr>
        </p:nvSpPr>
        <p:spPr>
          <a:xfrm>
            <a:off x="1272050" y="470713"/>
            <a:ext cx="634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Implementasi  Metode</a:t>
            </a:r>
            <a:r>
              <a:rPr lang="en" sz="2400"/>
              <a:t>  </a:t>
            </a:r>
            <a:r>
              <a:rPr b="0" lang="en" sz="2400">
                <a:solidFill>
                  <a:schemeClr val="accent2"/>
                </a:solidFill>
                <a:highlight>
                  <a:schemeClr val="lt2"/>
                </a:highlight>
              </a:rPr>
              <a:t>CRISP-DM </a:t>
            </a:r>
            <a:endParaRPr b="0" sz="2400">
              <a:solidFill>
                <a:schemeClr val="accent2"/>
              </a:solidFill>
              <a:highlight>
                <a:schemeClr val="lt2"/>
              </a:highlight>
            </a:endParaRPr>
          </a:p>
        </p:txBody>
      </p:sp>
      <p:sp>
        <p:nvSpPr>
          <p:cNvPr id="542" name="Google Shape;542;p44"/>
          <p:cNvSpPr txBox="1"/>
          <p:nvPr>
            <p:ph idx="3" type="title"/>
          </p:nvPr>
        </p:nvSpPr>
        <p:spPr>
          <a:xfrm>
            <a:off x="1338078" y="1064575"/>
            <a:ext cx="3607500" cy="47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700"/>
              <a:t>D. 	Modelling</a:t>
            </a:r>
            <a:endParaRPr sz="1700"/>
          </a:p>
        </p:txBody>
      </p:sp>
      <p:sp>
        <p:nvSpPr>
          <p:cNvPr id="543" name="Google Shape;543;p44"/>
          <p:cNvSpPr txBox="1"/>
          <p:nvPr>
            <p:ph idx="1" type="subTitle"/>
          </p:nvPr>
        </p:nvSpPr>
        <p:spPr>
          <a:xfrm>
            <a:off x="687225" y="3789700"/>
            <a:ext cx="4123800" cy="621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3. 	</a:t>
            </a:r>
            <a:r>
              <a:rPr lang="en"/>
              <a:t>Analisis Korelasi Penjualan Global dan Regional </a:t>
            </a:r>
            <a:r>
              <a:rPr lang="en"/>
              <a:t> </a:t>
            </a:r>
            <a:endParaRPr/>
          </a:p>
        </p:txBody>
      </p:sp>
      <p:sp>
        <p:nvSpPr>
          <p:cNvPr id="544" name="Google Shape;544;p44"/>
          <p:cNvSpPr txBox="1"/>
          <p:nvPr>
            <p:ph idx="1" type="subTitle"/>
          </p:nvPr>
        </p:nvSpPr>
        <p:spPr>
          <a:xfrm>
            <a:off x="4864500" y="1462625"/>
            <a:ext cx="4123800" cy="621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4. 	</a:t>
            </a:r>
            <a:r>
              <a:rPr lang="en"/>
              <a:t>Analisis Kontribusi Median Penjualan Berdasarkan Genre</a:t>
            </a:r>
            <a:r>
              <a:rPr lang="en"/>
              <a:t> </a:t>
            </a:r>
            <a:endParaRPr/>
          </a:p>
        </p:txBody>
      </p:sp>
      <p:pic>
        <p:nvPicPr>
          <p:cNvPr id="545" name="Google Shape;545;p44"/>
          <p:cNvPicPr preferRelativeResize="0"/>
          <p:nvPr/>
        </p:nvPicPr>
        <p:blipFill>
          <a:blip r:embed="rId3">
            <a:alphaModFix/>
          </a:blip>
          <a:stretch>
            <a:fillRect/>
          </a:stretch>
        </p:blipFill>
        <p:spPr>
          <a:xfrm>
            <a:off x="761588" y="1496037"/>
            <a:ext cx="3975087" cy="2315775"/>
          </a:xfrm>
          <a:prstGeom prst="rect">
            <a:avLst/>
          </a:prstGeom>
          <a:noFill/>
          <a:ln>
            <a:noFill/>
          </a:ln>
        </p:spPr>
      </p:pic>
      <p:pic>
        <p:nvPicPr>
          <p:cNvPr id="546" name="Google Shape;546;p44"/>
          <p:cNvPicPr preferRelativeResize="0"/>
          <p:nvPr/>
        </p:nvPicPr>
        <p:blipFill>
          <a:blip r:embed="rId4">
            <a:alphaModFix/>
          </a:blip>
          <a:stretch>
            <a:fillRect/>
          </a:stretch>
        </p:blipFill>
        <p:spPr>
          <a:xfrm>
            <a:off x="5080850" y="2041300"/>
            <a:ext cx="3691103" cy="231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5"/>
          <p:cNvSpPr/>
          <p:nvPr/>
        </p:nvSpPr>
        <p:spPr>
          <a:xfrm rot="-5400000">
            <a:off x="1388264" y="4264415"/>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 name="Google Shape;552;p45"/>
          <p:cNvGrpSpPr/>
          <p:nvPr/>
        </p:nvGrpSpPr>
        <p:grpSpPr>
          <a:xfrm rot="-5400000">
            <a:off x="801390" y="3894867"/>
            <a:ext cx="431895" cy="1356369"/>
            <a:chOff x="6385425" y="1587603"/>
            <a:chExt cx="763200" cy="2396836"/>
          </a:xfrm>
        </p:grpSpPr>
        <p:sp>
          <p:nvSpPr>
            <p:cNvPr id="553" name="Google Shape;553;p45"/>
            <p:cNvSpPr/>
            <p:nvPr/>
          </p:nvSpPr>
          <p:spPr>
            <a:xfrm rot="2700000">
              <a:off x="6497193" y="169937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5"/>
            <p:cNvSpPr/>
            <p:nvPr/>
          </p:nvSpPr>
          <p:spPr>
            <a:xfrm rot="2700000">
              <a:off x="6497193" y="251618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5"/>
            <p:cNvSpPr/>
            <p:nvPr/>
          </p:nvSpPr>
          <p:spPr>
            <a:xfrm rot="2700000">
              <a:off x="6497193" y="3333007"/>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45"/>
          <p:cNvGrpSpPr/>
          <p:nvPr/>
        </p:nvGrpSpPr>
        <p:grpSpPr>
          <a:xfrm>
            <a:off x="8187425" y="224613"/>
            <a:ext cx="1167050" cy="520500"/>
            <a:chOff x="5393175" y="292313"/>
            <a:chExt cx="1167050" cy="520500"/>
          </a:xfrm>
        </p:grpSpPr>
        <p:sp>
          <p:nvSpPr>
            <p:cNvPr id="557" name="Google Shape;557;p45"/>
            <p:cNvSpPr/>
            <p:nvPr/>
          </p:nvSpPr>
          <p:spPr>
            <a:xfrm>
              <a:off x="53931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5"/>
            <p:cNvSpPr/>
            <p:nvPr/>
          </p:nvSpPr>
          <p:spPr>
            <a:xfrm>
              <a:off x="565942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5"/>
            <p:cNvSpPr/>
            <p:nvPr/>
          </p:nvSpPr>
          <p:spPr>
            <a:xfrm>
              <a:off x="5924650" y="292313"/>
              <a:ext cx="104625" cy="104650"/>
            </a:xfrm>
            <a:custGeom>
              <a:rect b="b" l="l" r="r" t="t"/>
              <a:pathLst>
                <a:path extrusionOk="0" h="4186" w="4185">
                  <a:moveTo>
                    <a:pt x="2092" y="1"/>
                  </a:moveTo>
                  <a:cubicBezTo>
                    <a:pt x="942" y="1"/>
                    <a:pt x="0" y="942"/>
                    <a:pt x="0" y="2093"/>
                  </a:cubicBezTo>
                  <a:cubicBezTo>
                    <a:pt x="0" y="3244"/>
                    <a:pt x="942" y="4185"/>
                    <a:pt x="2092" y="4185"/>
                  </a:cubicBezTo>
                  <a:cubicBezTo>
                    <a:pt x="3243" y="4185"/>
                    <a:pt x="4185" y="3244"/>
                    <a:pt x="4185" y="2093"/>
                  </a:cubicBezTo>
                  <a:cubicBezTo>
                    <a:pt x="4185" y="942"/>
                    <a:pt x="3243" y="1"/>
                    <a:pt x="209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5"/>
            <p:cNvSpPr/>
            <p:nvPr/>
          </p:nvSpPr>
          <p:spPr>
            <a:xfrm>
              <a:off x="6190375" y="292313"/>
              <a:ext cx="104625" cy="104650"/>
            </a:xfrm>
            <a:custGeom>
              <a:rect b="b" l="l" r="r" t="t"/>
              <a:pathLst>
                <a:path extrusionOk="0" h="4186" w="4185">
                  <a:moveTo>
                    <a:pt x="2093" y="1"/>
                  </a:moveTo>
                  <a:cubicBezTo>
                    <a:pt x="942" y="1"/>
                    <a:pt x="0" y="942"/>
                    <a:pt x="0" y="2093"/>
                  </a:cubicBezTo>
                  <a:cubicBezTo>
                    <a:pt x="0" y="3244"/>
                    <a:pt x="942" y="4185"/>
                    <a:pt x="2093" y="4185"/>
                  </a:cubicBezTo>
                  <a:cubicBezTo>
                    <a:pt x="3243" y="4185"/>
                    <a:pt x="4185" y="3244"/>
                    <a:pt x="4185" y="2093"/>
                  </a:cubicBezTo>
                  <a:cubicBezTo>
                    <a:pt x="4185" y="942"/>
                    <a:pt x="3243"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5"/>
            <p:cNvSpPr/>
            <p:nvPr/>
          </p:nvSpPr>
          <p:spPr>
            <a:xfrm>
              <a:off x="6455575" y="292313"/>
              <a:ext cx="104650" cy="104650"/>
            </a:xfrm>
            <a:custGeom>
              <a:rect b="b" l="l" r="r" t="t"/>
              <a:pathLst>
                <a:path extrusionOk="0" h="4186" w="4186">
                  <a:moveTo>
                    <a:pt x="2093" y="1"/>
                  </a:moveTo>
                  <a:cubicBezTo>
                    <a:pt x="942" y="1"/>
                    <a:pt x="1" y="942"/>
                    <a:pt x="1" y="2093"/>
                  </a:cubicBezTo>
                  <a:cubicBezTo>
                    <a:pt x="1" y="3244"/>
                    <a:pt x="942" y="4185"/>
                    <a:pt x="2093" y="4185"/>
                  </a:cubicBezTo>
                  <a:cubicBezTo>
                    <a:pt x="3244" y="4185"/>
                    <a:pt x="4185" y="3244"/>
                    <a:pt x="4185" y="2093"/>
                  </a:cubicBezTo>
                  <a:cubicBezTo>
                    <a:pt x="4185" y="942"/>
                    <a:pt x="3244" y="1"/>
                    <a:pt x="20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5"/>
            <p:cNvSpPr/>
            <p:nvPr/>
          </p:nvSpPr>
          <p:spPr>
            <a:xfrm>
              <a:off x="53931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5"/>
            <p:cNvSpPr/>
            <p:nvPr/>
          </p:nvSpPr>
          <p:spPr>
            <a:xfrm>
              <a:off x="565942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5"/>
            <p:cNvSpPr/>
            <p:nvPr/>
          </p:nvSpPr>
          <p:spPr>
            <a:xfrm>
              <a:off x="5924650" y="500513"/>
              <a:ext cx="104625" cy="104650"/>
            </a:xfrm>
            <a:custGeom>
              <a:rect b="b" l="l" r="r" t="t"/>
              <a:pathLst>
                <a:path extrusionOk="0" h="4186" w="4185">
                  <a:moveTo>
                    <a:pt x="2092" y="0"/>
                  </a:moveTo>
                  <a:cubicBezTo>
                    <a:pt x="942" y="0"/>
                    <a:pt x="0" y="942"/>
                    <a:pt x="0" y="2093"/>
                  </a:cubicBezTo>
                  <a:cubicBezTo>
                    <a:pt x="0" y="3244"/>
                    <a:pt x="942" y="4185"/>
                    <a:pt x="2092" y="4185"/>
                  </a:cubicBezTo>
                  <a:cubicBezTo>
                    <a:pt x="3243" y="4185"/>
                    <a:pt x="4185" y="3244"/>
                    <a:pt x="4185" y="2093"/>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5"/>
            <p:cNvSpPr/>
            <p:nvPr/>
          </p:nvSpPr>
          <p:spPr>
            <a:xfrm>
              <a:off x="6190375" y="500513"/>
              <a:ext cx="104625" cy="104650"/>
            </a:xfrm>
            <a:custGeom>
              <a:rect b="b" l="l" r="r" t="t"/>
              <a:pathLst>
                <a:path extrusionOk="0" h="4186" w="4185">
                  <a:moveTo>
                    <a:pt x="2093" y="0"/>
                  </a:moveTo>
                  <a:cubicBezTo>
                    <a:pt x="942" y="0"/>
                    <a:pt x="0" y="942"/>
                    <a:pt x="0" y="2093"/>
                  </a:cubicBezTo>
                  <a:cubicBezTo>
                    <a:pt x="0" y="3244"/>
                    <a:pt x="942" y="4185"/>
                    <a:pt x="2093" y="4185"/>
                  </a:cubicBezTo>
                  <a:cubicBezTo>
                    <a:pt x="3243" y="4185"/>
                    <a:pt x="4185" y="3244"/>
                    <a:pt x="4185" y="2093"/>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5"/>
            <p:cNvSpPr/>
            <p:nvPr/>
          </p:nvSpPr>
          <p:spPr>
            <a:xfrm>
              <a:off x="6455575" y="500513"/>
              <a:ext cx="104650" cy="104650"/>
            </a:xfrm>
            <a:custGeom>
              <a:rect b="b" l="l" r="r" t="t"/>
              <a:pathLst>
                <a:path extrusionOk="0" h="4186" w="4186">
                  <a:moveTo>
                    <a:pt x="2093" y="0"/>
                  </a:moveTo>
                  <a:cubicBezTo>
                    <a:pt x="942" y="0"/>
                    <a:pt x="1" y="942"/>
                    <a:pt x="1" y="2093"/>
                  </a:cubicBezTo>
                  <a:cubicBezTo>
                    <a:pt x="1" y="3244"/>
                    <a:pt x="942" y="4185"/>
                    <a:pt x="2093" y="4185"/>
                  </a:cubicBezTo>
                  <a:cubicBezTo>
                    <a:pt x="3244" y="4185"/>
                    <a:pt x="4185" y="3244"/>
                    <a:pt x="4185" y="2093"/>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5"/>
            <p:cNvSpPr/>
            <p:nvPr/>
          </p:nvSpPr>
          <p:spPr>
            <a:xfrm>
              <a:off x="53931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5"/>
            <p:cNvSpPr/>
            <p:nvPr/>
          </p:nvSpPr>
          <p:spPr>
            <a:xfrm>
              <a:off x="565942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6" y="3243"/>
                    <a:pt x="4186" y="2092"/>
                  </a:cubicBezTo>
                  <a:cubicBezTo>
                    <a:pt x="4186"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5"/>
            <p:cNvSpPr/>
            <p:nvPr/>
          </p:nvSpPr>
          <p:spPr>
            <a:xfrm>
              <a:off x="5924650" y="708188"/>
              <a:ext cx="104625" cy="104625"/>
            </a:xfrm>
            <a:custGeom>
              <a:rect b="b" l="l" r="r" t="t"/>
              <a:pathLst>
                <a:path extrusionOk="0" h="4185" w="4185">
                  <a:moveTo>
                    <a:pt x="2092" y="0"/>
                  </a:moveTo>
                  <a:cubicBezTo>
                    <a:pt x="942" y="0"/>
                    <a:pt x="0" y="942"/>
                    <a:pt x="0" y="2092"/>
                  </a:cubicBezTo>
                  <a:cubicBezTo>
                    <a:pt x="0" y="3243"/>
                    <a:pt x="942" y="4185"/>
                    <a:pt x="2092" y="4185"/>
                  </a:cubicBezTo>
                  <a:cubicBezTo>
                    <a:pt x="3243" y="4185"/>
                    <a:pt x="4185" y="3243"/>
                    <a:pt x="4185" y="2092"/>
                  </a:cubicBezTo>
                  <a:cubicBezTo>
                    <a:pt x="4185" y="942"/>
                    <a:pt x="3243" y="0"/>
                    <a:pt x="209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5"/>
            <p:cNvSpPr/>
            <p:nvPr/>
          </p:nvSpPr>
          <p:spPr>
            <a:xfrm>
              <a:off x="6190375" y="708188"/>
              <a:ext cx="104625" cy="104625"/>
            </a:xfrm>
            <a:custGeom>
              <a:rect b="b" l="l" r="r" t="t"/>
              <a:pathLst>
                <a:path extrusionOk="0" h="4185" w="4185">
                  <a:moveTo>
                    <a:pt x="2093" y="0"/>
                  </a:moveTo>
                  <a:cubicBezTo>
                    <a:pt x="942" y="0"/>
                    <a:pt x="0" y="942"/>
                    <a:pt x="0" y="2092"/>
                  </a:cubicBezTo>
                  <a:cubicBezTo>
                    <a:pt x="0" y="3243"/>
                    <a:pt x="942" y="4185"/>
                    <a:pt x="2093" y="4185"/>
                  </a:cubicBezTo>
                  <a:cubicBezTo>
                    <a:pt x="3243" y="4185"/>
                    <a:pt x="4185" y="3243"/>
                    <a:pt x="4185" y="2092"/>
                  </a:cubicBezTo>
                  <a:cubicBezTo>
                    <a:pt x="4185" y="942"/>
                    <a:pt x="3243"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5"/>
            <p:cNvSpPr/>
            <p:nvPr/>
          </p:nvSpPr>
          <p:spPr>
            <a:xfrm>
              <a:off x="6455575" y="708188"/>
              <a:ext cx="104650" cy="104625"/>
            </a:xfrm>
            <a:custGeom>
              <a:rect b="b" l="l" r="r" t="t"/>
              <a:pathLst>
                <a:path extrusionOk="0" h="4185" w="4186">
                  <a:moveTo>
                    <a:pt x="2093" y="0"/>
                  </a:moveTo>
                  <a:cubicBezTo>
                    <a:pt x="942" y="0"/>
                    <a:pt x="1" y="942"/>
                    <a:pt x="1" y="2092"/>
                  </a:cubicBezTo>
                  <a:cubicBezTo>
                    <a:pt x="1" y="3243"/>
                    <a:pt x="942" y="4185"/>
                    <a:pt x="2093" y="4185"/>
                  </a:cubicBezTo>
                  <a:cubicBezTo>
                    <a:pt x="3244" y="4185"/>
                    <a:pt x="4185" y="3243"/>
                    <a:pt x="4185" y="2092"/>
                  </a:cubicBezTo>
                  <a:cubicBezTo>
                    <a:pt x="4185" y="942"/>
                    <a:pt x="3244" y="0"/>
                    <a:pt x="20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2" name="Google Shape;572;p45"/>
          <p:cNvSpPr txBox="1"/>
          <p:nvPr>
            <p:ph type="title"/>
          </p:nvPr>
        </p:nvSpPr>
        <p:spPr>
          <a:xfrm>
            <a:off x="1272050" y="470713"/>
            <a:ext cx="634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Implementasi  Metode</a:t>
            </a:r>
            <a:r>
              <a:rPr lang="en" sz="2400"/>
              <a:t>  </a:t>
            </a:r>
            <a:r>
              <a:rPr b="0" lang="en" sz="2400">
                <a:solidFill>
                  <a:schemeClr val="accent2"/>
                </a:solidFill>
                <a:highlight>
                  <a:schemeClr val="lt2"/>
                </a:highlight>
              </a:rPr>
              <a:t>CRISP-DM </a:t>
            </a:r>
            <a:endParaRPr b="0" sz="2400">
              <a:solidFill>
                <a:schemeClr val="accent2"/>
              </a:solidFill>
              <a:highlight>
                <a:schemeClr val="lt2"/>
              </a:highlight>
            </a:endParaRPr>
          </a:p>
        </p:txBody>
      </p:sp>
      <p:sp>
        <p:nvSpPr>
          <p:cNvPr id="573" name="Google Shape;573;p45"/>
          <p:cNvSpPr txBox="1"/>
          <p:nvPr>
            <p:ph idx="3" type="title"/>
          </p:nvPr>
        </p:nvSpPr>
        <p:spPr>
          <a:xfrm>
            <a:off x="1338078" y="1064575"/>
            <a:ext cx="3607500" cy="47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700"/>
              <a:t>D. 	Modelling</a:t>
            </a:r>
            <a:endParaRPr sz="1700"/>
          </a:p>
        </p:txBody>
      </p:sp>
      <p:sp>
        <p:nvSpPr>
          <p:cNvPr id="574" name="Google Shape;574;p45"/>
          <p:cNvSpPr txBox="1"/>
          <p:nvPr>
            <p:ph idx="1" type="subTitle"/>
          </p:nvPr>
        </p:nvSpPr>
        <p:spPr>
          <a:xfrm>
            <a:off x="1991125" y="2647175"/>
            <a:ext cx="2746200" cy="621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5. 	</a:t>
            </a:r>
            <a:r>
              <a:rPr lang="en"/>
              <a:t>Analisis Variasi Penjualan Regional</a:t>
            </a:r>
            <a:r>
              <a:rPr lang="en"/>
              <a:t> </a:t>
            </a:r>
            <a:endParaRPr/>
          </a:p>
        </p:txBody>
      </p:sp>
      <p:sp>
        <p:nvSpPr>
          <p:cNvPr id="575" name="Google Shape;575;p45"/>
          <p:cNvSpPr txBox="1"/>
          <p:nvPr>
            <p:ph idx="1" type="subTitle"/>
          </p:nvPr>
        </p:nvSpPr>
        <p:spPr>
          <a:xfrm>
            <a:off x="4864500" y="1462625"/>
            <a:ext cx="4123800" cy="6213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6. </a:t>
            </a:r>
            <a:r>
              <a:rPr lang="en"/>
              <a:t>Analisis Distribusi Penjualan Berdasarkan Genre dan Kategori Rating</a:t>
            </a:r>
            <a:r>
              <a:rPr lang="en"/>
              <a:t> </a:t>
            </a:r>
            <a:endParaRPr/>
          </a:p>
        </p:txBody>
      </p:sp>
      <p:pic>
        <p:nvPicPr>
          <p:cNvPr id="576" name="Google Shape;576;p45"/>
          <p:cNvPicPr preferRelativeResize="0"/>
          <p:nvPr/>
        </p:nvPicPr>
        <p:blipFill>
          <a:blip r:embed="rId3">
            <a:alphaModFix/>
          </a:blip>
          <a:stretch>
            <a:fillRect/>
          </a:stretch>
        </p:blipFill>
        <p:spPr>
          <a:xfrm>
            <a:off x="634751" y="1569624"/>
            <a:ext cx="1356375" cy="2667950"/>
          </a:xfrm>
          <a:prstGeom prst="rect">
            <a:avLst/>
          </a:prstGeom>
          <a:noFill/>
          <a:ln>
            <a:noFill/>
          </a:ln>
        </p:spPr>
      </p:pic>
      <p:pic>
        <p:nvPicPr>
          <p:cNvPr id="577" name="Google Shape;577;p45"/>
          <p:cNvPicPr preferRelativeResize="0"/>
          <p:nvPr/>
        </p:nvPicPr>
        <p:blipFill>
          <a:blip r:embed="rId4">
            <a:alphaModFix/>
          </a:blip>
          <a:stretch>
            <a:fillRect/>
          </a:stretch>
        </p:blipFill>
        <p:spPr>
          <a:xfrm>
            <a:off x="5007420" y="2025725"/>
            <a:ext cx="3528149" cy="2331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6"/>
          <p:cNvSpPr txBox="1"/>
          <p:nvPr>
            <p:ph idx="2" type="subTitle"/>
          </p:nvPr>
        </p:nvSpPr>
        <p:spPr>
          <a:xfrm>
            <a:off x="1398898" y="1756425"/>
            <a:ext cx="6346200" cy="9321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 sz="1500"/>
              <a:t>Hasil analisis berhasil menjawab permasalahan bisnis secara komprehensif. Genre Platform, Shooter, dan Sports dapat dijadikan fokus utama dalam strategi pengembangan dan pemasaran karena terbukti memiliki daya tarik pasar yang kuat dan performa penjualan yang konsisten di berbagai wilayah dan segmen pemain.</a:t>
            </a:r>
            <a:endParaRPr sz="1500"/>
          </a:p>
          <a:p>
            <a:pPr indent="0" lvl="0" marL="0" rtl="0" algn="just">
              <a:spcBef>
                <a:spcPts val="1200"/>
              </a:spcBef>
              <a:spcAft>
                <a:spcPts val="0"/>
              </a:spcAft>
              <a:buNone/>
            </a:pPr>
            <a:r>
              <a:t/>
            </a:r>
            <a:endParaRPr/>
          </a:p>
        </p:txBody>
      </p:sp>
      <p:sp>
        <p:nvSpPr>
          <p:cNvPr id="583" name="Google Shape;583;p46"/>
          <p:cNvSpPr txBox="1"/>
          <p:nvPr>
            <p:ph type="title"/>
          </p:nvPr>
        </p:nvSpPr>
        <p:spPr>
          <a:xfrm>
            <a:off x="1468100" y="632163"/>
            <a:ext cx="634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Implementasi  Metode</a:t>
            </a:r>
            <a:r>
              <a:rPr lang="en" sz="2400"/>
              <a:t>  </a:t>
            </a:r>
            <a:r>
              <a:rPr b="0" lang="en" sz="2400">
                <a:solidFill>
                  <a:schemeClr val="accent2"/>
                </a:solidFill>
                <a:highlight>
                  <a:schemeClr val="lt2"/>
                </a:highlight>
              </a:rPr>
              <a:t>CRISP-DM </a:t>
            </a:r>
            <a:endParaRPr b="0" sz="2400">
              <a:solidFill>
                <a:schemeClr val="accent2"/>
              </a:solidFill>
              <a:highlight>
                <a:schemeClr val="lt2"/>
              </a:highlight>
            </a:endParaRPr>
          </a:p>
        </p:txBody>
      </p:sp>
      <p:sp>
        <p:nvSpPr>
          <p:cNvPr id="584" name="Google Shape;584;p46"/>
          <p:cNvSpPr txBox="1"/>
          <p:nvPr>
            <p:ph idx="3" type="title"/>
          </p:nvPr>
        </p:nvSpPr>
        <p:spPr>
          <a:xfrm>
            <a:off x="1468103" y="1204875"/>
            <a:ext cx="3607500" cy="47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700"/>
              <a:t>E. 	Evaluation</a:t>
            </a:r>
            <a:endParaRPr sz="17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7"/>
          <p:cNvSpPr/>
          <p:nvPr/>
        </p:nvSpPr>
        <p:spPr>
          <a:xfrm rot="-5400000">
            <a:off x="7814089" y="596490"/>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0" name="Google Shape;590;p47"/>
          <p:cNvGrpSpPr/>
          <p:nvPr/>
        </p:nvGrpSpPr>
        <p:grpSpPr>
          <a:xfrm>
            <a:off x="8019163" y="545088"/>
            <a:ext cx="1281575" cy="238575"/>
            <a:chOff x="1256325" y="2604375"/>
            <a:chExt cx="1281575" cy="238575"/>
          </a:xfrm>
        </p:grpSpPr>
        <p:sp>
          <p:nvSpPr>
            <p:cNvPr id="591" name="Google Shape;591;p47"/>
            <p:cNvSpPr/>
            <p:nvPr/>
          </p:nvSpPr>
          <p:spPr>
            <a:xfrm>
              <a:off x="1256325" y="2604375"/>
              <a:ext cx="285100" cy="238575"/>
            </a:xfrm>
            <a:custGeom>
              <a:rect b="b" l="l" r="r" t="t"/>
              <a:pathLst>
                <a:path extrusionOk="0" h="9543" w="11404">
                  <a:moveTo>
                    <a:pt x="9562" y="1"/>
                  </a:moveTo>
                  <a:lnTo>
                    <a:pt x="0"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7"/>
            <p:cNvSpPr/>
            <p:nvPr/>
          </p:nvSpPr>
          <p:spPr>
            <a:xfrm>
              <a:off x="1398600" y="2604375"/>
              <a:ext cx="284575" cy="238575"/>
            </a:xfrm>
            <a:custGeom>
              <a:rect b="b" l="l" r="r" t="t"/>
              <a:pathLst>
                <a:path extrusionOk="0" h="9543" w="11383">
                  <a:moveTo>
                    <a:pt x="9563" y="1"/>
                  </a:moveTo>
                  <a:lnTo>
                    <a:pt x="0" y="9542"/>
                  </a:lnTo>
                  <a:lnTo>
                    <a:pt x="1842"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7"/>
            <p:cNvSpPr/>
            <p:nvPr/>
          </p:nvSpPr>
          <p:spPr>
            <a:xfrm>
              <a:off x="1541400"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7"/>
            <p:cNvSpPr/>
            <p:nvPr/>
          </p:nvSpPr>
          <p:spPr>
            <a:xfrm>
              <a:off x="1683150" y="2604375"/>
              <a:ext cx="285125" cy="238575"/>
            </a:xfrm>
            <a:custGeom>
              <a:rect b="b" l="l" r="r" t="t"/>
              <a:pathLst>
                <a:path extrusionOk="0" h="9543" w="11405">
                  <a:moveTo>
                    <a:pt x="9584" y="1"/>
                  </a:moveTo>
                  <a:lnTo>
                    <a:pt x="1" y="9542"/>
                  </a:lnTo>
                  <a:lnTo>
                    <a:pt x="1842"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7"/>
            <p:cNvSpPr/>
            <p:nvPr/>
          </p:nvSpPr>
          <p:spPr>
            <a:xfrm>
              <a:off x="1825950" y="2604375"/>
              <a:ext cx="285125" cy="238575"/>
            </a:xfrm>
            <a:custGeom>
              <a:rect b="b" l="l" r="r" t="t"/>
              <a:pathLst>
                <a:path extrusionOk="0" h="9543" w="11405">
                  <a:moveTo>
                    <a:pt x="9563" y="1"/>
                  </a:moveTo>
                  <a:lnTo>
                    <a:pt x="1" y="9542"/>
                  </a:lnTo>
                  <a:lnTo>
                    <a:pt x="182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7"/>
            <p:cNvSpPr/>
            <p:nvPr/>
          </p:nvSpPr>
          <p:spPr>
            <a:xfrm>
              <a:off x="1968250" y="2604375"/>
              <a:ext cx="285100" cy="238575"/>
            </a:xfrm>
            <a:custGeom>
              <a:rect b="b" l="l" r="r" t="t"/>
              <a:pathLst>
                <a:path extrusionOk="0" h="9543" w="11404">
                  <a:moveTo>
                    <a:pt x="9583" y="1"/>
                  </a:moveTo>
                  <a:lnTo>
                    <a:pt x="0" y="9542"/>
                  </a:lnTo>
                  <a:lnTo>
                    <a:pt x="1841" y="9542"/>
                  </a:lnTo>
                  <a:lnTo>
                    <a:pt x="1140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7"/>
            <p:cNvSpPr/>
            <p:nvPr/>
          </p:nvSpPr>
          <p:spPr>
            <a:xfrm>
              <a:off x="2111050" y="2604375"/>
              <a:ext cx="284050" cy="238575"/>
            </a:xfrm>
            <a:custGeom>
              <a:rect b="b" l="l" r="r" t="t"/>
              <a:pathLst>
                <a:path extrusionOk="0" h="9543" w="11362">
                  <a:moveTo>
                    <a:pt x="9562" y="1"/>
                  </a:moveTo>
                  <a:lnTo>
                    <a:pt x="0" y="9542"/>
                  </a:lnTo>
                  <a:lnTo>
                    <a:pt x="1821" y="9542"/>
                  </a:lnTo>
                  <a:lnTo>
                    <a:pt x="1136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7"/>
            <p:cNvSpPr/>
            <p:nvPr/>
          </p:nvSpPr>
          <p:spPr>
            <a:xfrm>
              <a:off x="2253325" y="2604375"/>
              <a:ext cx="284575" cy="238575"/>
            </a:xfrm>
            <a:custGeom>
              <a:rect b="b" l="l" r="r" t="t"/>
              <a:pathLst>
                <a:path extrusionOk="0" h="9543" w="11383">
                  <a:moveTo>
                    <a:pt x="9542" y="1"/>
                  </a:moveTo>
                  <a:lnTo>
                    <a:pt x="1" y="9542"/>
                  </a:lnTo>
                  <a:lnTo>
                    <a:pt x="1800" y="9542"/>
                  </a:lnTo>
                  <a:lnTo>
                    <a:pt x="1138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9" name="Google Shape;599;p47"/>
          <p:cNvSpPr txBox="1"/>
          <p:nvPr>
            <p:ph type="title"/>
          </p:nvPr>
        </p:nvSpPr>
        <p:spPr>
          <a:xfrm>
            <a:off x="1064475" y="491038"/>
            <a:ext cx="634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Implementasi  Metode</a:t>
            </a:r>
            <a:r>
              <a:rPr lang="en" sz="2400"/>
              <a:t>  </a:t>
            </a:r>
            <a:r>
              <a:rPr b="0" lang="en" sz="2400">
                <a:solidFill>
                  <a:schemeClr val="accent2"/>
                </a:solidFill>
                <a:highlight>
                  <a:schemeClr val="lt2"/>
                </a:highlight>
              </a:rPr>
              <a:t>CRISP-DM </a:t>
            </a:r>
            <a:endParaRPr b="0" sz="2400">
              <a:solidFill>
                <a:schemeClr val="accent2"/>
              </a:solidFill>
              <a:highlight>
                <a:schemeClr val="lt2"/>
              </a:highlight>
            </a:endParaRPr>
          </a:p>
        </p:txBody>
      </p:sp>
      <p:sp>
        <p:nvSpPr>
          <p:cNvPr id="600" name="Google Shape;600;p47"/>
          <p:cNvSpPr txBox="1"/>
          <p:nvPr>
            <p:ph idx="2" type="title"/>
          </p:nvPr>
        </p:nvSpPr>
        <p:spPr>
          <a:xfrm>
            <a:off x="1130503" y="1063750"/>
            <a:ext cx="3607500" cy="47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700"/>
              <a:t>F</a:t>
            </a:r>
            <a:r>
              <a:rPr lang="en" sz="1700"/>
              <a:t>. 	Deployment</a:t>
            </a:r>
            <a:endParaRPr sz="1700"/>
          </a:p>
        </p:txBody>
      </p:sp>
      <p:pic>
        <p:nvPicPr>
          <p:cNvPr id="601" name="Google Shape;601;p47"/>
          <p:cNvPicPr preferRelativeResize="0"/>
          <p:nvPr/>
        </p:nvPicPr>
        <p:blipFill>
          <a:blip r:embed="rId3">
            <a:alphaModFix/>
          </a:blip>
          <a:stretch>
            <a:fillRect/>
          </a:stretch>
        </p:blipFill>
        <p:spPr>
          <a:xfrm>
            <a:off x="1248000" y="1541950"/>
            <a:ext cx="5512349" cy="2874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8"/>
          <p:cNvSpPr txBox="1"/>
          <p:nvPr>
            <p:ph type="title"/>
          </p:nvPr>
        </p:nvSpPr>
        <p:spPr>
          <a:xfrm>
            <a:off x="2427757" y="742200"/>
            <a:ext cx="4288500" cy="47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sz="2400">
                <a:solidFill>
                  <a:schemeClr val="accent2"/>
                </a:solidFill>
                <a:highlight>
                  <a:schemeClr val="lt2"/>
                </a:highlight>
              </a:rPr>
              <a:t>Kesimpulan</a:t>
            </a:r>
            <a:endParaRPr b="0" sz="2400">
              <a:solidFill>
                <a:schemeClr val="accent2"/>
              </a:solidFill>
              <a:highlight>
                <a:schemeClr val="lt2"/>
              </a:highlight>
            </a:endParaRPr>
          </a:p>
        </p:txBody>
      </p:sp>
      <p:sp>
        <p:nvSpPr>
          <p:cNvPr id="607" name="Google Shape;607;p48"/>
          <p:cNvSpPr txBox="1"/>
          <p:nvPr>
            <p:ph idx="1" type="subTitle"/>
          </p:nvPr>
        </p:nvSpPr>
        <p:spPr>
          <a:xfrm>
            <a:off x="671675" y="1538425"/>
            <a:ext cx="7929300" cy="2467500"/>
          </a:xfrm>
          <a:prstGeom prst="rect">
            <a:avLst/>
          </a:prstGeom>
        </p:spPr>
        <p:txBody>
          <a:bodyPr anchorCtr="0" anchor="b"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Raleway"/>
              <a:buChar char="★"/>
            </a:pPr>
            <a:r>
              <a:rPr lang="en" sz="1500">
                <a:solidFill>
                  <a:schemeClr val="dk1"/>
                </a:solidFill>
                <a:latin typeface="Raleway"/>
                <a:ea typeface="Raleway"/>
                <a:cs typeface="Raleway"/>
                <a:sym typeface="Raleway"/>
              </a:rPr>
              <a:t>Genre Platform, Shooter, dan Sports merupakan yang paling diminati secara global.</a:t>
            </a:r>
            <a:endParaRPr sz="1500">
              <a:solidFill>
                <a:schemeClr val="dk1"/>
              </a:solidFill>
              <a:latin typeface="Raleway"/>
              <a:ea typeface="Raleway"/>
              <a:cs typeface="Raleway"/>
              <a:sym typeface="Raleway"/>
            </a:endParaRPr>
          </a:p>
          <a:p>
            <a:pPr indent="-323850" lvl="0" marL="457200" rtl="0" algn="l">
              <a:lnSpc>
                <a:spcPct val="115000"/>
              </a:lnSpc>
              <a:spcBef>
                <a:spcPts val="0"/>
              </a:spcBef>
              <a:spcAft>
                <a:spcPts val="0"/>
              </a:spcAft>
              <a:buClr>
                <a:schemeClr val="dk1"/>
              </a:buClr>
              <a:buSzPts val="1500"/>
              <a:buFont typeface="Raleway"/>
              <a:buChar char="★"/>
            </a:pPr>
            <a:r>
              <a:rPr lang="en" sz="1500">
                <a:solidFill>
                  <a:schemeClr val="dk1"/>
                </a:solidFill>
                <a:latin typeface="Raleway"/>
                <a:ea typeface="Raleway"/>
                <a:cs typeface="Raleway"/>
                <a:sym typeface="Raleway"/>
              </a:rPr>
              <a:t>Analisis statistik (mean, median, mode) menunjukkan pola penjualan konsisten di berbagai wilayah.</a:t>
            </a:r>
            <a:endParaRPr sz="1500">
              <a:solidFill>
                <a:schemeClr val="dk1"/>
              </a:solidFill>
              <a:latin typeface="Raleway"/>
              <a:ea typeface="Raleway"/>
              <a:cs typeface="Raleway"/>
              <a:sym typeface="Raleway"/>
            </a:endParaRPr>
          </a:p>
          <a:p>
            <a:pPr indent="-323850" lvl="0" marL="457200" rtl="0" algn="l">
              <a:lnSpc>
                <a:spcPct val="115000"/>
              </a:lnSpc>
              <a:spcBef>
                <a:spcPts val="0"/>
              </a:spcBef>
              <a:spcAft>
                <a:spcPts val="0"/>
              </a:spcAft>
              <a:buClr>
                <a:schemeClr val="dk1"/>
              </a:buClr>
              <a:buSzPts val="1500"/>
              <a:buFont typeface="Raleway"/>
              <a:buChar char="★"/>
            </a:pPr>
            <a:r>
              <a:rPr lang="en" sz="1500">
                <a:solidFill>
                  <a:schemeClr val="dk1"/>
                </a:solidFill>
                <a:latin typeface="Raleway"/>
                <a:ea typeface="Raleway"/>
                <a:cs typeface="Raleway"/>
                <a:sym typeface="Raleway"/>
              </a:rPr>
              <a:t>Terdapat korelasi positif antara penjualan regional dan global.</a:t>
            </a:r>
            <a:endParaRPr sz="1500">
              <a:solidFill>
                <a:schemeClr val="dk1"/>
              </a:solidFill>
              <a:latin typeface="Raleway"/>
              <a:ea typeface="Raleway"/>
              <a:cs typeface="Raleway"/>
              <a:sym typeface="Raleway"/>
            </a:endParaRPr>
          </a:p>
          <a:p>
            <a:pPr indent="-323850" lvl="0" marL="457200" rtl="0" algn="l">
              <a:lnSpc>
                <a:spcPct val="115000"/>
              </a:lnSpc>
              <a:spcBef>
                <a:spcPts val="0"/>
              </a:spcBef>
              <a:spcAft>
                <a:spcPts val="0"/>
              </a:spcAft>
              <a:buClr>
                <a:schemeClr val="dk1"/>
              </a:buClr>
              <a:buSzPts val="1500"/>
              <a:buFont typeface="Raleway"/>
              <a:buChar char="★"/>
            </a:pPr>
            <a:r>
              <a:rPr lang="en" sz="1500">
                <a:solidFill>
                  <a:schemeClr val="dk1"/>
                </a:solidFill>
                <a:latin typeface="Raleway"/>
                <a:ea typeface="Raleway"/>
                <a:cs typeface="Raleway"/>
                <a:sym typeface="Raleway"/>
              </a:rPr>
              <a:t>Dashboard interaktif menampilkan tren, distribusi wilayah, dan segmentasi demografis secara menyeluruh.</a:t>
            </a:r>
            <a:endParaRPr sz="1500">
              <a:solidFill>
                <a:schemeClr val="dk1"/>
              </a:solidFill>
              <a:latin typeface="Raleway"/>
              <a:ea typeface="Raleway"/>
              <a:cs typeface="Raleway"/>
              <a:sym typeface="Raleway"/>
            </a:endParaRPr>
          </a:p>
          <a:p>
            <a:pPr indent="-323850" lvl="0" marL="457200" rtl="0" algn="l">
              <a:lnSpc>
                <a:spcPct val="115000"/>
              </a:lnSpc>
              <a:spcBef>
                <a:spcPts val="0"/>
              </a:spcBef>
              <a:spcAft>
                <a:spcPts val="0"/>
              </a:spcAft>
              <a:buClr>
                <a:schemeClr val="dk1"/>
              </a:buClr>
              <a:buSzPts val="1500"/>
              <a:buFont typeface="Raleway"/>
              <a:buChar char="★"/>
            </a:pPr>
            <a:r>
              <a:rPr lang="en" sz="1500">
                <a:solidFill>
                  <a:schemeClr val="dk1"/>
                </a:solidFill>
                <a:latin typeface="Raleway"/>
                <a:ea typeface="Raleway"/>
                <a:cs typeface="Raleway"/>
                <a:sym typeface="Raleway"/>
              </a:rPr>
              <a:t>Hasil analisis bisa menjadi dasar strategis bagi perusahaan dalam pengembangan dan pemasaran game.</a:t>
            </a:r>
            <a:endParaRPr sz="1500">
              <a:solidFill>
                <a:schemeClr val="dk1"/>
              </a:solidFill>
              <a:latin typeface="Raleway"/>
              <a:ea typeface="Raleway"/>
              <a:cs typeface="Raleway"/>
              <a:sym typeface="Raleway"/>
            </a:endParaRPr>
          </a:p>
        </p:txBody>
      </p:sp>
      <p:sp>
        <p:nvSpPr>
          <p:cNvPr id="608" name="Google Shape;608;p48"/>
          <p:cNvSpPr/>
          <p:nvPr/>
        </p:nvSpPr>
        <p:spPr>
          <a:xfrm>
            <a:off x="-138725" y="5599200"/>
            <a:ext cx="361800" cy="361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8"/>
          <p:cNvSpPr/>
          <p:nvPr/>
        </p:nvSpPr>
        <p:spPr>
          <a:xfrm>
            <a:off x="7701100" y="421350"/>
            <a:ext cx="728889" cy="728889"/>
          </a:xfrm>
          <a:custGeom>
            <a:rect b="b" l="l" r="r" t="t"/>
            <a:pathLst>
              <a:path extrusionOk="0" h="36743" w="36743">
                <a:moveTo>
                  <a:pt x="9081" y="461"/>
                </a:moveTo>
                <a:lnTo>
                  <a:pt x="9081" y="9102"/>
                </a:lnTo>
                <a:lnTo>
                  <a:pt x="440" y="9102"/>
                </a:lnTo>
                <a:lnTo>
                  <a:pt x="440" y="461"/>
                </a:lnTo>
                <a:close/>
                <a:moveTo>
                  <a:pt x="9081" y="9541"/>
                </a:moveTo>
                <a:lnTo>
                  <a:pt x="9081" y="18183"/>
                </a:lnTo>
                <a:lnTo>
                  <a:pt x="440" y="18183"/>
                </a:lnTo>
                <a:lnTo>
                  <a:pt x="440" y="9541"/>
                </a:lnTo>
                <a:close/>
                <a:moveTo>
                  <a:pt x="18162" y="9541"/>
                </a:moveTo>
                <a:lnTo>
                  <a:pt x="18162" y="18183"/>
                </a:lnTo>
                <a:lnTo>
                  <a:pt x="9521" y="18183"/>
                </a:lnTo>
                <a:lnTo>
                  <a:pt x="9521" y="9541"/>
                </a:lnTo>
                <a:close/>
                <a:moveTo>
                  <a:pt x="9081" y="18622"/>
                </a:moveTo>
                <a:lnTo>
                  <a:pt x="9081" y="27243"/>
                </a:lnTo>
                <a:lnTo>
                  <a:pt x="440" y="27243"/>
                </a:lnTo>
                <a:lnTo>
                  <a:pt x="440" y="18622"/>
                </a:lnTo>
                <a:close/>
                <a:moveTo>
                  <a:pt x="18162" y="18622"/>
                </a:moveTo>
                <a:lnTo>
                  <a:pt x="18162" y="27243"/>
                </a:lnTo>
                <a:lnTo>
                  <a:pt x="9521" y="27243"/>
                </a:lnTo>
                <a:lnTo>
                  <a:pt x="9521" y="18622"/>
                </a:lnTo>
                <a:close/>
                <a:moveTo>
                  <a:pt x="27222" y="18622"/>
                </a:moveTo>
                <a:lnTo>
                  <a:pt x="27222" y="27243"/>
                </a:lnTo>
                <a:lnTo>
                  <a:pt x="18602" y="27243"/>
                </a:lnTo>
                <a:lnTo>
                  <a:pt x="18602" y="18622"/>
                </a:lnTo>
                <a:close/>
                <a:moveTo>
                  <a:pt x="9081" y="27661"/>
                </a:moveTo>
                <a:lnTo>
                  <a:pt x="9081" y="36303"/>
                </a:lnTo>
                <a:lnTo>
                  <a:pt x="440" y="36303"/>
                </a:lnTo>
                <a:lnTo>
                  <a:pt x="440" y="27661"/>
                </a:lnTo>
                <a:close/>
                <a:moveTo>
                  <a:pt x="18162" y="27661"/>
                </a:moveTo>
                <a:lnTo>
                  <a:pt x="18162" y="36303"/>
                </a:lnTo>
                <a:lnTo>
                  <a:pt x="9521" y="36303"/>
                </a:lnTo>
                <a:lnTo>
                  <a:pt x="9521" y="27661"/>
                </a:lnTo>
                <a:close/>
                <a:moveTo>
                  <a:pt x="27222" y="27661"/>
                </a:moveTo>
                <a:lnTo>
                  <a:pt x="27222" y="36303"/>
                </a:lnTo>
                <a:lnTo>
                  <a:pt x="18602" y="36303"/>
                </a:lnTo>
                <a:lnTo>
                  <a:pt x="18602" y="27661"/>
                </a:lnTo>
                <a:close/>
                <a:moveTo>
                  <a:pt x="36303" y="27661"/>
                </a:moveTo>
                <a:lnTo>
                  <a:pt x="36303" y="36303"/>
                </a:lnTo>
                <a:lnTo>
                  <a:pt x="27661" y="36303"/>
                </a:lnTo>
                <a:lnTo>
                  <a:pt x="27661" y="27661"/>
                </a:lnTo>
                <a:close/>
                <a:moveTo>
                  <a:pt x="1" y="0"/>
                </a:moveTo>
                <a:lnTo>
                  <a:pt x="1" y="9060"/>
                </a:lnTo>
                <a:lnTo>
                  <a:pt x="1" y="9520"/>
                </a:lnTo>
                <a:lnTo>
                  <a:pt x="1" y="18141"/>
                </a:lnTo>
                <a:lnTo>
                  <a:pt x="1" y="18601"/>
                </a:lnTo>
                <a:lnTo>
                  <a:pt x="1" y="27222"/>
                </a:lnTo>
                <a:lnTo>
                  <a:pt x="1" y="27661"/>
                </a:lnTo>
                <a:lnTo>
                  <a:pt x="1" y="36742"/>
                </a:lnTo>
                <a:lnTo>
                  <a:pt x="36742" y="36742"/>
                </a:lnTo>
                <a:lnTo>
                  <a:pt x="36742" y="27222"/>
                </a:lnTo>
                <a:lnTo>
                  <a:pt x="27661" y="27222"/>
                </a:lnTo>
                <a:lnTo>
                  <a:pt x="27661" y="18141"/>
                </a:lnTo>
                <a:lnTo>
                  <a:pt x="18602" y="18141"/>
                </a:lnTo>
                <a:lnTo>
                  <a:pt x="18602" y="9060"/>
                </a:lnTo>
                <a:lnTo>
                  <a:pt x="9521" y="9060"/>
                </a:lnTo>
                <a:lnTo>
                  <a:pt x="9521" y="0"/>
                </a:lnTo>
                <a:close/>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0" name="Google Shape;610;p48"/>
          <p:cNvGrpSpPr/>
          <p:nvPr/>
        </p:nvGrpSpPr>
        <p:grpSpPr>
          <a:xfrm>
            <a:off x="-570609" y="4604639"/>
            <a:ext cx="431895" cy="1356369"/>
            <a:chOff x="6385425" y="1587603"/>
            <a:chExt cx="763200" cy="2396836"/>
          </a:xfrm>
        </p:grpSpPr>
        <p:sp>
          <p:nvSpPr>
            <p:cNvPr id="611" name="Google Shape;611;p48"/>
            <p:cNvSpPr/>
            <p:nvPr/>
          </p:nvSpPr>
          <p:spPr>
            <a:xfrm rot="2700000">
              <a:off x="6497193" y="169937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8"/>
            <p:cNvSpPr/>
            <p:nvPr/>
          </p:nvSpPr>
          <p:spPr>
            <a:xfrm rot="2700000">
              <a:off x="6497193" y="251618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8"/>
            <p:cNvSpPr/>
            <p:nvPr/>
          </p:nvSpPr>
          <p:spPr>
            <a:xfrm rot="2700000">
              <a:off x="6497193" y="3333007"/>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9"/>
          <p:cNvSpPr txBox="1"/>
          <p:nvPr>
            <p:ph type="title"/>
          </p:nvPr>
        </p:nvSpPr>
        <p:spPr>
          <a:xfrm>
            <a:off x="1725150" y="1409550"/>
            <a:ext cx="5693700" cy="232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TERIMA </a:t>
            </a:r>
            <a:r>
              <a:rPr b="0" lang="en">
                <a:solidFill>
                  <a:schemeClr val="accent2"/>
                </a:solidFill>
                <a:highlight>
                  <a:schemeClr val="lt2"/>
                </a:highlight>
              </a:rPr>
              <a:t>KASIH</a:t>
            </a:r>
            <a:endParaRPr b="0">
              <a:solidFill>
                <a:schemeClr val="accent2"/>
              </a:solidFill>
              <a:highlight>
                <a:schemeClr val="lt2"/>
              </a:highlight>
            </a:endParaRPr>
          </a:p>
        </p:txBody>
      </p:sp>
      <p:sp>
        <p:nvSpPr>
          <p:cNvPr id="619" name="Google Shape;619;p49"/>
          <p:cNvSpPr/>
          <p:nvPr/>
        </p:nvSpPr>
        <p:spPr>
          <a:xfrm>
            <a:off x="-199650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9"/>
          <p:cNvSpPr/>
          <p:nvPr/>
        </p:nvSpPr>
        <p:spPr>
          <a:xfrm>
            <a:off x="643600" y="1015650"/>
            <a:ext cx="1480631" cy="2488597"/>
          </a:xfrm>
          <a:custGeom>
            <a:rect b="b" l="l" r="r" t="t"/>
            <a:pathLst>
              <a:path extrusionOk="0" h="38898" w="23143">
                <a:moveTo>
                  <a:pt x="19020" y="1"/>
                </a:moveTo>
                <a:lnTo>
                  <a:pt x="1" y="38898"/>
                </a:lnTo>
                <a:lnTo>
                  <a:pt x="4123" y="38898"/>
                </a:lnTo>
                <a:lnTo>
                  <a:pt x="23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9"/>
          <p:cNvSpPr/>
          <p:nvPr/>
        </p:nvSpPr>
        <p:spPr>
          <a:xfrm>
            <a:off x="6708150" y="-11"/>
            <a:ext cx="4501224" cy="5143511"/>
          </a:xfrm>
          <a:custGeom>
            <a:rect b="b" l="l" r="r" t="t"/>
            <a:pathLst>
              <a:path extrusionOk="0" h="43396" w="37977">
                <a:moveTo>
                  <a:pt x="21029" y="0"/>
                </a:moveTo>
                <a:lnTo>
                  <a:pt x="1" y="43396"/>
                </a:lnTo>
                <a:lnTo>
                  <a:pt x="16635" y="43396"/>
                </a:lnTo>
                <a:lnTo>
                  <a:pt x="28791" y="18664"/>
                </a:lnTo>
                <a:lnTo>
                  <a:pt x="37977" y="42"/>
                </a:lnTo>
                <a:lnTo>
                  <a:pt x="379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9"/>
          <p:cNvSpPr/>
          <p:nvPr/>
        </p:nvSpPr>
        <p:spPr>
          <a:xfrm>
            <a:off x="8322100" y="369274"/>
            <a:ext cx="1026313" cy="1014573"/>
          </a:xfrm>
          <a:custGeom>
            <a:rect b="b" l="l" r="r" t="t"/>
            <a:pathLst>
              <a:path extrusionOk="0" h="19878" w="20109">
                <a:moveTo>
                  <a:pt x="9709" y="0"/>
                </a:moveTo>
                <a:lnTo>
                  <a:pt x="1" y="19878"/>
                </a:lnTo>
                <a:lnTo>
                  <a:pt x="10421" y="19878"/>
                </a:lnTo>
                <a:lnTo>
                  <a:pt x="14313" y="11864"/>
                </a:lnTo>
                <a:lnTo>
                  <a:pt x="2010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3" name="Google Shape;623;p49"/>
          <p:cNvGrpSpPr/>
          <p:nvPr/>
        </p:nvGrpSpPr>
        <p:grpSpPr>
          <a:xfrm>
            <a:off x="6158950" y="4315780"/>
            <a:ext cx="1071088" cy="287127"/>
            <a:chOff x="7243375" y="540647"/>
            <a:chExt cx="889977" cy="238576"/>
          </a:xfrm>
        </p:grpSpPr>
        <p:sp>
          <p:nvSpPr>
            <p:cNvPr id="624" name="Google Shape;624;p49"/>
            <p:cNvSpPr/>
            <p:nvPr/>
          </p:nvSpPr>
          <p:spPr>
            <a:xfrm>
              <a:off x="7243375" y="540647"/>
              <a:ext cx="79806" cy="79806"/>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9"/>
            <p:cNvSpPr/>
            <p:nvPr/>
          </p:nvSpPr>
          <p:spPr>
            <a:xfrm>
              <a:off x="7446413" y="540647"/>
              <a:ext cx="79806" cy="79806"/>
            </a:xfrm>
            <a:custGeom>
              <a:rect b="b" l="l" r="r" t="t"/>
              <a:pathLst>
                <a:path extrusionOk="0" h="4186" w="4186">
                  <a:moveTo>
                    <a:pt x="2093" y="1"/>
                  </a:moveTo>
                  <a:cubicBezTo>
                    <a:pt x="942" y="1"/>
                    <a:pt x="1" y="942"/>
                    <a:pt x="1" y="2093"/>
                  </a:cubicBezTo>
                  <a:cubicBezTo>
                    <a:pt x="1" y="3244"/>
                    <a:pt x="942" y="4185"/>
                    <a:pt x="2093" y="4185"/>
                  </a:cubicBezTo>
                  <a:cubicBezTo>
                    <a:pt x="3244" y="4185"/>
                    <a:pt x="4186" y="3244"/>
                    <a:pt x="4186" y="2093"/>
                  </a:cubicBezTo>
                  <a:cubicBezTo>
                    <a:pt x="4186" y="942"/>
                    <a:pt x="3244" y="1"/>
                    <a:pt x="2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9"/>
            <p:cNvSpPr/>
            <p:nvPr/>
          </p:nvSpPr>
          <p:spPr>
            <a:xfrm>
              <a:off x="7648670" y="540647"/>
              <a:ext cx="79787" cy="79806"/>
            </a:xfrm>
            <a:custGeom>
              <a:rect b="b" l="l" r="r" t="t"/>
              <a:pathLst>
                <a:path extrusionOk="0" h="4186" w="4185">
                  <a:moveTo>
                    <a:pt x="2092" y="1"/>
                  </a:moveTo>
                  <a:cubicBezTo>
                    <a:pt x="942" y="1"/>
                    <a:pt x="0" y="942"/>
                    <a:pt x="0" y="2093"/>
                  </a:cubicBezTo>
                  <a:cubicBezTo>
                    <a:pt x="0" y="3244"/>
                    <a:pt x="942" y="4185"/>
                    <a:pt x="2092" y="4185"/>
                  </a:cubicBezTo>
                  <a:cubicBezTo>
                    <a:pt x="3243" y="4185"/>
                    <a:pt x="4185" y="3244"/>
                    <a:pt x="4185" y="2093"/>
                  </a:cubicBezTo>
                  <a:cubicBezTo>
                    <a:pt x="4185" y="942"/>
                    <a:pt x="3243" y="1"/>
                    <a:pt x="20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9"/>
            <p:cNvSpPr/>
            <p:nvPr/>
          </p:nvSpPr>
          <p:spPr>
            <a:xfrm>
              <a:off x="7851308" y="540647"/>
              <a:ext cx="79787" cy="79806"/>
            </a:xfrm>
            <a:custGeom>
              <a:rect b="b" l="l" r="r" t="t"/>
              <a:pathLst>
                <a:path extrusionOk="0" h="4186" w="4185">
                  <a:moveTo>
                    <a:pt x="2093" y="1"/>
                  </a:moveTo>
                  <a:cubicBezTo>
                    <a:pt x="942" y="1"/>
                    <a:pt x="0" y="942"/>
                    <a:pt x="0" y="2093"/>
                  </a:cubicBezTo>
                  <a:cubicBezTo>
                    <a:pt x="0" y="3244"/>
                    <a:pt x="942" y="4185"/>
                    <a:pt x="2093" y="4185"/>
                  </a:cubicBezTo>
                  <a:cubicBezTo>
                    <a:pt x="3243" y="4185"/>
                    <a:pt x="4185" y="3244"/>
                    <a:pt x="4185" y="2093"/>
                  </a:cubicBezTo>
                  <a:cubicBezTo>
                    <a:pt x="4185" y="942"/>
                    <a:pt x="3243" y="1"/>
                    <a:pt x="2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9"/>
            <p:cNvSpPr/>
            <p:nvPr/>
          </p:nvSpPr>
          <p:spPr>
            <a:xfrm>
              <a:off x="8053546" y="540647"/>
              <a:ext cx="79806" cy="79806"/>
            </a:xfrm>
            <a:custGeom>
              <a:rect b="b" l="l" r="r" t="t"/>
              <a:pathLst>
                <a:path extrusionOk="0" h="4186" w="4186">
                  <a:moveTo>
                    <a:pt x="2093" y="1"/>
                  </a:moveTo>
                  <a:cubicBezTo>
                    <a:pt x="942" y="1"/>
                    <a:pt x="1" y="942"/>
                    <a:pt x="1" y="2093"/>
                  </a:cubicBezTo>
                  <a:cubicBezTo>
                    <a:pt x="1" y="3244"/>
                    <a:pt x="942" y="4185"/>
                    <a:pt x="2093" y="4185"/>
                  </a:cubicBezTo>
                  <a:cubicBezTo>
                    <a:pt x="3244" y="4185"/>
                    <a:pt x="4185" y="3244"/>
                    <a:pt x="4185" y="2093"/>
                  </a:cubicBezTo>
                  <a:cubicBezTo>
                    <a:pt x="4185" y="942"/>
                    <a:pt x="3244" y="1"/>
                    <a:pt x="2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9"/>
            <p:cNvSpPr/>
            <p:nvPr/>
          </p:nvSpPr>
          <p:spPr>
            <a:xfrm>
              <a:off x="7243375" y="699417"/>
              <a:ext cx="79806" cy="79806"/>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9"/>
            <p:cNvSpPr/>
            <p:nvPr/>
          </p:nvSpPr>
          <p:spPr>
            <a:xfrm>
              <a:off x="7446413" y="699417"/>
              <a:ext cx="79806" cy="79806"/>
            </a:xfrm>
            <a:custGeom>
              <a:rect b="b" l="l" r="r" t="t"/>
              <a:pathLst>
                <a:path extrusionOk="0" h="4186" w="4186">
                  <a:moveTo>
                    <a:pt x="2093" y="0"/>
                  </a:moveTo>
                  <a:cubicBezTo>
                    <a:pt x="942" y="0"/>
                    <a:pt x="1" y="942"/>
                    <a:pt x="1" y="2093"/>
                  </a:cubicBezTo>
                  <a:cubicBezTo>
                    <a:pt x="1" y="3244"/>
                    <a:pt x="942" y="4185"/>
                    <a:pt x="2093" y="4185"/>
                  </a:cubicBezTo>
                  <a:cubicBezTo>
                    <a:pt x="3244" y="4185"/>
                    <a:pt x="4186" y="3244"/>
                    <a:pt x="4186" y="2093"/>
                  </a:cubicBezTo>
                  <a:cubicBezTo>
                    <a:pt x="4186" y="942"/>
                    <a:pt x="3244"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9"/>
            <p:cNvSpPr/>
            <p:nvPr/>
          </p:nvSpPr>
          <p:spPr>
            <a:xfrm>
              <a:off x="7648670" y="699417"/>
              <a:ext cx="79787" cy="79806"/>
            </a:xfrm>
            <a:custGeom>
              <a:rect b="b" l="l" r="r" t="t"/>
              <a:pathLst>
                <a:path extrusionOk="0" h="4186" w="4185">
                  <a:moveTo>
                    <a:pt x="2092" y="0"/>
                  </a:moveTo>
                  <a:cubicBezTo>
                    <a:pt x="942" y="0"/>
                    <a:pt x="0" y="942"/>
                    <a:pt x="0" y="2093"/>
                  </a:cubicBezTo>
                  <a:cubicBezTo>
                    <a:pt x="0" y="3244"/>
                    <a:pt x="942" y="4185"/>
                    <a:pt x="2092" y="4185"/>
                  </a:cubicBezTo>
                  <a:cubicBezTo>
                    <a:pt x="3243" y="4185"/>
                    <a:pt x="4185" y="3244"/>
                    <a:pt x="4185" y="2093"/>
                  </a:cubicBezTo>
                  <a:cubicBezTo>
                    <a:pt x="4185" y="942"/>
                    <a:pt x="3243" y="0"/>
                    <a:pt x="20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9"/>
            <p:cNvSpPr/>
            <p:nvPr/>
          </p:nvSpPr>
          <p:spPr>
            <a:xfrm>
              <a:off x="7851308" y="699417"/>
              <a:ext cx="79787" cy="79806"/>
            </a:xfrm>
            <a:custGeom>
              <a:rect b="b" l="l" r="r" t="t"/>
              <a:pathLst>
                <a:path extrusionOk="0" h="4186" w="4185">
                  <a:moveTo>
                    <a:pt x="2093" y="0"/>
                  </a:moveTo>
                  <a:cubicBezTo>
                    <a:pt x="942" y="0"/>
                    <a:pt x="0" y="942"/>
                    <a:pt x="0" y="2093"/>
                  </a:cubicBezTo>
                  <a:cubicBezTo>
                    <a:pt x="0" y="3244"/>
                    <a:pt x="942" y="4185"/>
                    <a:pt x="2093" y="4185"/>
                  </a:cubicBezTo>
                  <a:cubicBezTo>
                    <a:pt x="3243" y="4185"/>
                    <a:pt x="4185" y="3244"/>
                    <a:pt x="4185" y="2093"/>
                  </a:cubicBezTo>
                  <a:cubicBezTo>
                    <a:pt x="4185" y="942"/>
                    <a:pt x="3243"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9"/>
            <p:cNvSpPr/>
            <p:nvPr/>
          </p:nvSpPr>
          <p:spPr>
            <a:xfrm>
              <a:off x="8053546" y="699417"/>
              <a:ext cx="79806" cy="79806"/>
            </a:xfrm>
            <a:custGeom>
              <a:rect b="b" l="l" r="r" t="t"/>
              <a:pathLst>
                <a:path extrusionOk="0" h="4186" w="4186">
                  <a:moveTo>
                    <a:pt x="2093" y="0"/>
                  </a:moveTo>
                  <a:cubicBezTo>
                    <a:pt x="942" y="0"/>
                    <a:pt x="1" y="942"/>
                    <a:pt x="1" y="2093"/>
                  </a:cubicBezTo>
                  <a:cubicBezTo>
                    <a:pt x="1" y="3244"/>
                    <a:pt x="942" y="4185"/>
                    <a:pt x="2093" y="4185"/>
                  </a:cubicBezTo>
                  <a:cubicBezTo>
                    <a:pt x="3244" y="4185"/>
                    <a:pt x="4185" y="3244"/>
                    <a:pt x="4185" y="2093"/>
                  </a:cubicBezTo>
                  <a:cubicBezTo>
                    <a:pt x="4185" y="942"/>
                    <a:pt x="3244" y="0"/>
                    <a:pt x="2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4" name="Google Shape;634;p49"/>
          <p:cNvSpPr/>
          <p:nvPr/>
        </p:nvSpPr>
        <p:spPr>
          <a:xfrm>
            <a:off x="1019463" y="3874000"/>
            <a:ext cx="728889" cy="728889"/>
          </a:xfrm>
          <a:custGeom>
            <a:rect b="b" l="l" r="r" t="t"/>
            <a:pathLst>
              <a:path extrusionOk="0" h="36743" w="36743">
                <a:moveTo>
                  <a:pt x="9081" y="461"/>
                </a:moveTo>
                <a:lnTo>
                  <a:pt x="9081" y="9102"/>
                </a:lnTo>
                <a:lnTo>
                  <a:pt x="440" y="9102"/>
                </a:lnTo>
                <a:lnTo>
                  <a:pt x="440" y="461"/>
                </a:lnTo>
                <a:close/>
                <a:moveTo>
                  <a:pt x="9081" y="9541"/>
                </a:moveTo>
                <a:lnTo>
                  <a:pt x="9081" y="18183"/>
                </a:lnTo>
                <a:lnTo>
                  <a:pt x="440" y="18183"/>
                </a:lnTo>
                <a:lnTo>
                  <a:pt x="440" y="9541"/>
                </a:lnTo>
                <a:close/>
                <a:moveTo>
                  <a:pt x="18162" y="9541"/>
                </a:moveTo>
                <a:lnTo>
                  <a:pt x="18162" y="18183"/>
                </a:lnTo>
                <a:lnTo>
                  <a:pt x="9521" y="18183"/>
                </a:lnTo>
                <a:lnTo>
                  <a:pt x="9521" y="9541"/>
                </a:lnTo>
                <a:close/>
                <a:moveTo>
                  <a:pt x="9081" y="18622"/>
                </a:moveTo>
                <a:lnTo>
                  <a:pt x="9081" y="27243"/>
                </a:lnTo>
                <a:lnTo>
                  <a:pt x="440" y="27243"/>
                </a:lnTo>
                <a:lnTo>
                  <a:pt x="440" y="18622"/>
                </a:lnTo>
                <a:close/>
                <a:moveTo>
                  <a:pt x="18162" y="18622"/>
                </a:moveTo>
                <a:lnTo>
                  <a:pt x="18162" y="27243"/>
                </a:lnTo>
                <a:lnTo>
                  <a:pt x="9521" y="27243"/>
                </a:lnTo>
                <a:lnTo>
                  <a:pt x="9521" y="18622"/>
                </a:lnTo>
                <a:close/>
                <a:moveTo>
                  <a:pt x="27222" y="18622"/>
                </a:moveTo>
                <a:lnTo>
                  <a:pt x="27222" y="27243"/>
                </a:lnTo>
                <a:lnTo>
                  <a:pt x="18602" y="27243"/>
                </a:lnTo>
                <a:lnTo>
                  <a:pt x="18602" y="18622"/>
                </a:lnTo>
                <a:close/>
                <a:moveTo>
                  <a:pt x="9081" y="27661"/>
                </a:moveTo>
                <a:lnTo>
                  <a:pt x="9081" y="36303"/>
                </a:lnTo>
                <a:lnTo>
                  <a:pt x="440" y="36303"/>
                </a:lnTo>
                <a:lnTo>
                  <a:pt x="440" y="27661"/>
                </a:lnTo>
                <a:close/>
                <a:moveTo>
                  <a:pt x="18162" y="27661"/>
                </a:moveTo>
                <a:lnTo>
                  <a:pt x="18162" y="36303"/>
                </a:lnTo>
                <a:lnTo>
                  <a:pt x="9521" y="36303"/>
                </a:lnTo>
                <a:lnTo>
                  <a:pt x="9521" y="27661"/>
                </a:lnTo>
                <a:close/>
                <a:moveTo>
                  <a:pt x="27222" y="27661"/>
                </a:moveTo>
                <a:lnTo>
                  <a:pt x="27222" y="36303"/>
                </a:lnTo>
                <a:lnTo>
                  <a:pt x="18602" y="36303"/>
                </a:lnTo>
                <a:lnTo>
                  <a:pt x="18602" y="27661"/>
                </a:lnTo>
                <a:close/>
                <a:moveTo>
                  <a:pt x="36303" y="27661"/>
                </a:moveTo>
                <a:lnTo>
                  <a:pt x="36303" y="36303"/>
                </a:lnTo>
                <a:lnTo>
                  <a:pt x="27661" y="36303"/>
                </a:lnTo>
                <a:lnTo>
                  <a:pt x="27661" y="27661"/>
                </a:lnTo>
                <a:close/>
                <a:moveTo>
                  <a:pt x="1" y="0"/>
                </a:moveTo>
                <a:lnTo>
                  <a:pt x="1" y="9060"/>
                </a:lnTo>
                <a:lnTo>
                  <a:pt x="1" y="9520"/>
                </a:lnTo>
                <a:lnTo>
                  <a:pt x="1" y="18141"/>
                </a:lnTo>
                <a:lnTo>
                  <a:pt x="1" y="18601"/>
                </a:lnTo>
                <a:lnTo>
                  <a:pt x="1" y="27222"/>
                </a:lnTo>
                <a:lnTo>
                  <a:pt x="1" y="27661"/>
                </a:lnTo>
                <a:lnTo>
                  <a:pt x="1" y="36742"/>
                </a:lnTo>
                <a:lnTo>
                  <a:pt x="36742" y="36742"/>
                </a:lnTo>
                <a:lnTo>
                  <a:pt x="36742" y="27222"/>
                </a:lnTo>
                <a:lnTo>
                  <a:pt x="27661" y="27222"/>
                </a:lnTo>
                <a:lnTo>
                  <a:pt x="27661" y="18141"/>
                </a:lnTo>
                <a:lnTo>
                  <a:pt x="18602" y="18141"/>
                </a:lnTo>
                <a:lnTo>
                  <a:pt x="18602" y="9060"/>
                </a:lnTo>
                <a:lnTo>
                  <a:pt x="9521" y="9060"/>
                </a:lnTo>
                <a:lnTo>
                  <a:pt x="9521" y="0"/>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5" name="Google Shape;635;p49"/>
          <p:cNvGrpSpPr/>
          <p:nvPr/>
        </p:nvGrpSpPr>
        <p:grpSpPr>
          <a:xfrm rot="-5400000">
            <a:off x="202190" y="78404"/>
            <a:ext cx="431895" cy="1356369"/>
            <a:chOff x="6385425" y="1587603"/>
            <a:chExt cx="763200" cy="2396836"/>
          </a:xfrm>
        </p:grpSpPr>
        <p:sp>
          <p:nvSpPr>
            <p:cNvPr id="636" name="Google Shape;636;p49"/>
            <p:cNvSpPr/>
            <p:nvPr/>
          </p:nvSpPr>
          <p:spPr>
            <a:xfrm rot="2700000">
              <a:off x="6497193" y="169937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9"/>
            <p:cNvSpPr/>
            <p:nvPr/>
          </p:nvSpPr>
          <p:spPr>
            <a:xfrm rot="2700000">
              <a:off x="6497193" y="2516182"/>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9"/>
            <p:cNvSpPr/>
            <p:nvPr/>
          </p:nvSpPr>
          <p:spPr>
            <a:xfrm rot="2700000">
              <a:off x="6497193" y="3333007"/>
              <a:ext cx="539664" cy="539664"/>
            </a:xfrm>
            <a:prstGeom prst="plus">
              <a:avLst>
                <a:gd fmla="val 31291"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9" name="Google Shape;639;p49"/>
          <p:cNvSpPr/>
          <p:nvPr/>
        </p:nvSpPr>
        <p:spPr>
          <a:xfrm rot="-756625">
            <a:off x="5653846" y="460726"/>
            <a:ext cx="614100" cy="515536"/>
          </a:xfrm>
          <a:custGeom>
            <a:rect b="b" l="l" r="r" t="t"/>
            <a:pathLst>
              <a:path extrusionOk="0" h="29756" w="35445">
                <a:moveTo>
                  <a:pt x="25677" y="1"/>
                </a:moveTo>
                <a:cubicBezTo>
                  <a:pt x="24652" y="1"/>
                  <a:pt x="23615" y="301"/>
                  <a:pt x="22702" y="925"/>
                </a:cubicBezTo>
                <a:cubicBezTo>
                  <a:pt x="20317" y="2536"/>
                  <a:pt x="19752" y="5779"/>
                  <a:pt x="21363" y="8164"/>
                </a:cubicBezTo>
                <a:cubicBezTo>
                  <a:pt x="23623" y="11408"/>
                  <a:pt x="22807" y="15843"/>
                  <a:pt x="19564" y="18082"/>
                </a:cubicBezTo>
                <a:cubicBezTo>
                  <a:pt x="18331" y="18933"/>
                  <a:pt x="16926" y="19340"/>
                  <a:pt x="15535" y="19340"/>
                </a:cubicBezTo>
                <a:cubicBezTo>
                  <a:pt x="13269" y="19340"/>
                  <a:pt x="11042" y="18259"/>
                  <a:pt x="9667" y="16262"/>
                </a:cubicBezTo>
                <a:cubicBezTo>
                  <a:pt x="8658" y="14801"/>
                  <a:pt x="7026" y="14011"/>
                  <a:pt x="5368" y="14011"/>
                </a:cubicBezTo>
                <a:cubicBezTo>
                  <a:pt x="4344" y="14011"/>
                  <a:pt x="3310" y="14312"/>
                  <a:pt x="2407" y="14944"/>
                </a:cubicBezTo>
                <a:cubicBezTo>
                  <a:pt x="1214" y="15739"/>
                  <a:pt x="482" y="16973"/>
                  <a:pt x="251" y="18291"/>
                </a:cubicBezTo>
                <a:cubicBezTo>
                  <a:pt x="0" y="19589"/>
                  <a:pt x="272" y="21011"/>
                  <a:pt x="1088" y="22183"/>
                </a:cubicBezTo>
                <a:cubicBezTo>
                  <a:pt x="4479" y="27115"/>
                  <a:pt x="9968" y="29756"/>
                  <a:pt x="15544" y="29756"/>
                </a:cubicBezTo>
                <a:cubicBezTo>
                  <a:pt x="18982" y="29756"/>
                  <a:pt x="22453" y="28752"/>
                  <a:pt x="25485" y="26661"/>
                </a:cubicBezTo>
                <a:cubicBezTo>
                  <a:pt x="33457" y="21158"/>
                  <a:pt x="35445" y="10194"/>
                  <a:pt x="29963" y="2243"/>
                </a:cubicBezTo>
                <a:cubicBezTo>
                  <a:pt x="28955" y="783"/>
                  <a:pt x="27332" y="1"/>
                  <a:pt x="256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9"/>
          <p:cNvSpPr/>
          <p:nvPr/>
        </p:nvSpPr>
        <p:spPr>
          <a:xfrm rot="-756625">
            <a:off x="5730046" y="536926"/>
            <a:ext cx="614100" cy="515536"/>
          </a:xfrm>
          <a:custGeom>
            <a:rect b="b" l="l" r="r" t="t"/>
            <a:pathLst>
              <a:path extrusionOk="0" h="29756" w="35445">
                <a:moveTo>
                  <a:pt x="25677" y="1"/>
                </a:moveTo>
                <a:cubicBezTo>
                  <a:pt x="24652" y="1"/>
                  <a:pt x="23615" y="301"/>
                  <a:pt x="22702" y="925"/>
                </a:cubicBezTo>
                <a:cubicBezTo>
                  <a:pt x="20317" y="2536"/>
                  <a:pt x="19752" y="5779"/>
                  <a:pt x="21363" y="8164"/>
                </a:cubicBezTo>
                <a:cubicBezTo>
                  <a:pt x="23623" y="11408"/>
                  <a:pt x="22807" y="15843"/>
                  <a:pt x="19564" y="18082"/>
                </a:cubicBezTo>
                <a:cubicBezTo>
                  <a:pt x="18331" y="18933"/>
                  <a:pt x="16926" y="19340"/>
                  <a:pt x="15535" y="19340"/>
                </a:cubicBezTo>
                <a:cubicBezTo>
                  <a:pt x="13269" y="19340"/>
                  <a:pt x="11042" y="18259"/>
                  <a:pt x="9667" y="16262"/>
                </a:cubicBezTo>
                <a:cubicBezTo>
                  <a:pt x="8658" y="14801"/>
                  <a:pt x="7026" y="14011"/>
                  <a:pt x="5368" y="14011"/>
                </a:cubicBezTo>
                <a:cubicBezTo>
                  <a:pt x="4344" y="14011"/>
                  <a:pt x="3310" y="14312"/>
                  <a:pt x="2407" y="14944"/>
                </a:cubicBezTo>
                <a:cubicBezTo>
                  <a:pt x="1214" y="15739"/>
                  <a:pt x="482" y="16973"/>
                  <a:pt x="251" y="18291"/>
                </a:cubicBezTo>
                <a:cubicBezTo>
                  <a:pt x="0" y="19589"/>
                  <a:pt x="272" y="21011"/>
                  <a:pt x="1088" y="22183"/>
                </a:cubicBezTo>
                <a:cubicBezTo>
                  <a:pt x="4479" y="27115"/>
                  <a:pt x="9968" y="29756"/>
                  <a:pt x="15544" y="29756"/>
                </a:cubicBezTo>
                <a:cubicBezTo>
                  <a:pt x="18982" y="29756"/>
                  <a:pt x="22453" y="28752"/>
                  <a:pt x="25485" y="26661"/>
                </a:cubicBezTo>
                <a:cubicBezTo>
                  <a:pt x="33457" y="21158"/>
                  <a:pt x="35445" y="10194"/>
                  <a:pt x="29963" y="2243"/>
                </a:cubicBezTo>
                <a:cubicBezTo>
                  <a:pt x="28955" y="783"/>
                  <a:pt x="27332" y="1"/>
                  <a:pt x="25677" y="1"/>
                </a:cubicBezTo>
                <a:close/>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place Satisfaction Survey by Slidesgo">
  <a:themeElements>
    <a:clrScheme name="Simple Light">
      <a:dk1>
        <a:srgbClr val="000000"/>
      </a:dk1>
      <a:lt1>
        <a:srgbClr val="FFFFFF"/>
      </a:lt1>
      <a:dk2>
        <a:srgbClr val="1E2942"/>
      </a:dk2>
      <a:lt2>
        <a:srgbClr val="283656"/>
      </a:lt2>
      <a:accent1>
        <a:srgbClr val="3F578F"/>
      </a:accent1>
      <a:accent2>
        <a:srgbClr val="FF9500"/>
      </a:accent2>
      <a:accent3>
        <a:srgbClr val="F6E8D3"/>
      </a:accent3>
      <a:accent4>
        <a:srgbClr val="FFFFFF"/>
      </a:accent4>
      <a:accent5>
        <a:srgbClr val="FFFFFF"/>
      </a:accent5>
      <a:accent6>
        <a:srgbClr val="FFFFFF"/>
      </a:accent6>
      <a:hlink>
        <a:srgbClr val="28365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