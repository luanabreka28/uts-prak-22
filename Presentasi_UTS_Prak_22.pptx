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7"/>
  </p:notesMasterIdLst>
  <p:sldIdLst>
    <p:sldId id="256" r:id="rId2"/>
    <p:sldId id="257" r:id="rId3"/>
    <p:sldId id="258" r:id="rId4"/>
    <p:sldId id="259" r:id="rId5"/>
    <p:sldId id="260" r:id="rId6"/>
    <p:sldId id="261" r:id="rId7"/>
    <p:sldId id="270" r:id="rId8"/>
    <p:sldId id="262" r:id="rId9"/>
    <p:sldId id="263" r:id="rId10"/>
    <p:sldId id="264" r:id="rId11"/>
    <p:sldId id="265" r:id="rId12"/>
    <p:sldId id="266" r:id="rId13"/>
    <p:sldId id="267" r:id="rId14"/>
    <p:sldId id="268" r:id="rId15"/>
    <p:sldId id="269" r:id="rId16"/>
  </p:sldIdLst>
  <p:sldSz cx="9144000" cy="5143500" type="screen16x9"/>
  <p:notesSz cx="6858000" cy="9144000"/>
  <p:embeddedFontLst>
    <p:embeddedFont>
      <p:font typeface="Lato" panose="020F0502020204030203" pitchFamily="34" charset="0"/>
      <p:regular r:id="rId18"/>
      <p:bold r:id="rId19"/>
      <p:italic r:id="rId20"/>
      <p:boldItalic r:id="rId21"/>
    </p:embeddedFont>
    <p:embeddedFont>
      <p:font typeface="Raleway" pitchFamily="2" charset="0"/>
      <p:regular r:id="rId22"/>
      <p:bold r:id="rId23"/>
      <p:italic r:id="rId24"/>
      <p:boldItalic r:id="rId25"/>
    </p:embeddedFont>
    <p:embeddedFont>
      <p:font typeface="Raleway Black" pitchFamily="2" charset="0"/>
      <p:bold r:id="rId26"/>
      <p:boldItalic r:id="rId27"/>
    </p:embeddedFont>
    <p:embeddedFont>
      <p:font typeface="Raleway ExtraBold" pitchFamily="2" charset="0"/>
      <p:bold r:id="rId28"/>
      <p:boldItalic r:id="rId29"/>
    </p:embeddedFont>
    <p:embeddedFont>
      <p:font typeface="Raleway SemiBold"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392"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21" Type="http://schemas.openxmlformats.org/officeDocument/2006/relationships/font" Target="fonts/font4.fntdata"/><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214eed8cff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g214eed8cff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214d2289e05_1_1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214d2289e05_1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214d2289e05_1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214d2289e05_1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21600aa9339_0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6" name="Google Shape;426;g21600aa9339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38d414aee94_2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38d414aee94_2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1600aa9339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1600aa9339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38d414aee94_2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38d414aee94_2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261770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1600aa9339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1600aa9339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1600aa9339_0_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1600aa9339_0_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6"/>
        <p:cNvGrpSpPr/>
        <p:nvPr/>
      </p:nvGrpSpPr>
      <p:grpSpPr>
        <a:xfrm>
          <a:off x="0" y="0"/>
          <a:ext cx="0" cy="0"/>
          <a:chOff x="0" y="0"/>
          <a:chExt cx="0" cy="0"/>
        </a:xfrm>
      </p:grpSpPr>
      <p:sp>
        <p:nvSpPr>
          <p:cNvPr id="517" name="Google Shape;517;g38d414aee94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8" name="Google Shape;518;g38d414aee9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38d414aee94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38d414aee94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g21600aa9339_0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0" name="Google Shape;580;g21600aa9339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g21600aa9339_0_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7" name="Google Shape;587;g21600aa9339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21600aa9339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21600aa9339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21600aa9339_0_1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21600aa9339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2171198" y="669266"/>
            <a:ext cx="4798800" cy="30489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SzPts val="5200"/>
              <a:buNone/>
              <a:defRPr sz="5800" b="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2171198" y="3803341"/>
            <a:ext cx="4798800" cy="4551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800"/>
              <a:buNone/>
              <a:defRPr sz="1600">
                <a:solidFill>
                  <a:schemeClr val="lt2"/>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flipH="1">
            <a:off x="73995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13" name="Google Shape;13;p2"/>
          <p:cNvSpPr/>
          <p:nvPr/>
        </p:nvSpPr>
        <p:spPr>
          <a:xfrm>
            <a:off x="7512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 name="Google Shape;14;p2"/>
          <p:cNvGrpSpPr/>
          <p:nvPr/>
        </p:nvGrpSpPr>
        <p:grpSpPr>
          <a:xfrm>
            <a:off x="8430000" y="4364325"/>
            <a:ext cx="1281575" cy="238575"/>
            <a:chOff x="1256325" y="2604375"/>
            <a:chExt cx="1281575" cy="238575"/>
          </a:xfrm>
        </p:grpSpPr>
        <p:sp>
          <p:nvSpPr>
            <p:cNvPr id="15" name="Google Shape;15;p2"/>
            <p:cNvSpPr/>
            <p:nvPr/>
          </p:nvSpPr>
          <p:spPr>
            <a:xfrm>
              <a:off x="1256325" y="2604375"/>
              <a:ext cx="285100" cy="238575"/>
            </a:xfrm>
            <a:custGeom>
              <a:avLst/>
              <a:gdLst/>
              <a:ahLst/>
              <a:cxnLst/>
              <a:rect l="l" t="t" r="r" b="b"/>
              <a:pathLst>
                <a:path w="11404" h="9543" extrusionOk="0">
                  <a:moveTo>
                    <a:pt x="9562" y="1"/>
                  </a:moveTo>
                  <a:lnTo>
                    <a:pt x="0"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1398600" y="2604375"/>
              <a:ext cx="284575" cy="238575"/>
            </a:xfrm>
            <a:custGeom>
              <a:avLst/>
              <a:gdLst/>
              <a:ahLst/>
              <a:cxnLst/>
              <a:rect l="l" t="t" r="r" b="b"/>
              <a:pathLst>
                <a:path w="11383" h="9543" extrusionOk="0">
                  <a:moveTo>
                    <a:pt x="9563" y="1"/>
                  </a:moveTo>
                  <a:lnTo>
                    <a:pt x="0" y="9542"/>
                  </a:lnTo>
                  <a:lnTo>
                    <a:pt x="1842"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1541400"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1683150" y="2604375"/>
              <a:ext cx="285125" cy="238575"/>
            </a:xfrm>
            <a:custGeom>
              <a:avLst/>
              <a:gdLst/>
              <a:ahLst/>
              <a:cxnLst/>
              <a:rect l="l" t="t" r="r" b="b"/>
              <a:pathLst>
                <a:path w="11405" h="9543" extrusionOk="0">
                  <a:moveTo>
                    <a:pt x="9584" y="1"/>
                  </a:moveTo>
                  <a:lnTo>
                    <a:pt x="1" y="9542"/>
                  </a:lnTo>
                  <a:lnTo>
                    <a:pt x="1842"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825950" y="2604375"/>
              <a:ext cx="285125" cy="238575"/>
            </a:xfrm>
            <a:custGeom>
              <a:avLst/>
              <a:gdLst/>
              <a:ahLst/>
              <a:cxnLst/>
              <a:rect l="l" t="t" r="r" b="b"/>
              <a:pathLst>
                <a:path w="11405" h="9543" extrusionOk="0">
                  <a:moveTo>
                    <a:pt x="9563" y="1"/>
                  </a:moveTo>
                  <a:lnTo>
                    <a:pt x="1"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968250" y="2604375"/>
              <a:ext cx="285100" cy="238575"/>
            </a:xfrm>
            <a:custGeom>
              <a:avLst/>
              <a:gdLst/>
              <a:ahLst/>
              <a:cxnLst/>
              <a:rect l="l" t="t" r="r" b="b"/>
              <a:pathLst>
                <a:path w="11404" h="9543" extrusionOk="0">
                  <a:moveTo>
                    <a:pt x="9583" y="1"/>
                  </a:moveTo>
                  <a:lnTo>
                    <a:pt x="0" y="9542"/>
                  </a:lnTo>
                  <a:lnTo>
                    <a:pt x="184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2111050" y="2604375"/>
              <a:ext cx="284050" cy="238575"/>
            </a:xfrm>
            <a:custGeom>
              <a:avLst/>
              <a:gdLst/>
              <a:ahLst/>
              <a:cxnLst/>
              <a:rect l="l" t="t" r="r" b="b"/>
              <a:pathLst>
                <a:path w="11362" h="9543" extrusionOk="0">
                  <a:moveTo>
                    <a:pt x="9562" y="1"/>
                  </a:moveTo>
                  <a:lnTo>
                    <a:pt x="0" y="9542"/>
                  </a:lnTo>
                  <a:lnTo>
                    <a:pt x="1821" y="9542"/>
                  </a:lnTo>
                  <a:lnTo>
                    <a:pt x="113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2253325"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23;p2"/>
          <p:cNvSpPr/>
          <p:nvPr/>
        </p:nvSpPr>
        <p:spPr>
          <a:xfrm>
            <a:off x="-29109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708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1563125" y="2552975"/>
            <a:ext cx="45087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7" name="Google Shape;27;p3"/>
          <p:cNvSpPr txBox="1">
            <a:spLocks noGrp="1"/>
          </p:cNvSpPr>
          <p:nvPr>
            <p:ph type="title" idx="2" hasCustomPrompt="1"/>
          </p:nvPr>
        </p:nvSpPr>
        <p:spPr>
          <a:xfrm>
            <a:off x="3145175" y="1651325"/>
            <a:ext cx="1344600" cy="7524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000"/>
              <a:buNone/>
              <a:defRPr sz="4000">
                <a:solidFill>
                  <a:schemeClr val="accent2"/>
                </a:solidFill>
              </a:defRPr>
            </a:lvl1pPr>
            <a:lvl2pPr lvl="1" algn="ctr" rtl="0">
              <a:spcBef>
                <a:spcPts val="0"/>
              </a:spcBef>
              <a:spcAft>
                <a:spcPts val="0"/>
              </a:spcAft>
              <a:buSzPts val="4000"/>
              <a:buFont typeface="Raleway"/>
              <a:buNone/>
              <a:defRPr sz="4000" b="1">
                <a:latin typeface="Raleway"/>
                <a:ea typeface="Raleway"/>
                <a:cs typeface="Raleway"/>
                <a:sym typeface="Raleway"/>
              </a:defRPr>
            </a:lvl2pPr>
            <a:lvl3pPr lvl="2" algn="ctr" rtl="0">
              <a:spcBef>
                <a:spcPts val="0"/>
              </a:spcBef>
              <a:spcAft>
                <a:spcPts val="0"/>
              </a:spcAft>
              <a:buSzPts val="4000"/>
              <a:buFont typeface="Raleway"/>
              <a:buNone/>
              <a:defRPr sz="4000" b="1">
                <a:latin typeface="Raleway"/>
                <a:ea typeface="Raleway"/>
                <a:cs typeface="Raleway"/>
                <a:sym typeface="Raleway"/>
              </a:defRPr>
            </a:lvl3pPr>
            <a:lvl4pPr lvl="3" algn="ctr" rtl="0">
              <a:spcBef>
                <a:spcPts val="0"/>
              </a:spcBef>
              <a:spcAft>
                <a:spcPts val="0"/>
              </a:spcAft>
              <a:buSzPts val="4000"/>
              <a:buFont typeface="Raleway"/>
              <a:buNone/>
              <a:defRPr sz="4000" b="1">
                <a:latin typeface="Raleway"/>
                <a:ea typeface="Raleway"/>
                <a:cs typeface="Raleway"/>
                <a:sym typeface="Raleway"/>
              </a:defRPr>
            </a:lvl4pPr>
            <a:lvl5pPr lvl="4" algn="ctr" rtl="0">
              <a:spcBef>
                <a:spcPts val="0"/>
              </a:spcBef>
              <a:spcAft>
                <a:spcPts val="0"/>
              </a:spcAft>
              <a:buSzPts val="4000"/>
              <a:buFont typeface="Raleway"/>
              <a:buNone/>
              <a:defRPr sz="4000" b="1">
                <a:latin typeface="Raleway"/>
                <a:ea typeface="Raleway"/>
                <a:cs typeface="Raleway"/>
                <a:sym typeface="Raleway"/>
              </a:defRPr>
            </a:lvl5pPr>
            <a:lvl6pPr lvl="5" algn="ctr" rtl="0">
              <a:spcBef>
                <a:spcPts val="0"/>
              </a:spcBef>
              <a:spcAft>
                <a:spcPts val="0"/>
              </a:spcAft>
              <a:buSzPts val="4000"/>
              <a:buFont typeface="Raleway"/>
              <a:buNone/>
              <a:defRPr sz="4000" b="1">
                <a:latin typeface="Raleway"/>
                <a:ea typeface="Raleway"/>
                <a:cs typeface="Raleway"/>
                <a:sym typeface="Raleway"/>
              </a:defRPr>
            </a:lvl6pPr>
            <a:lvl7pPr lvl="6" algn="ctr" rtl="0">
              <a:spcBef>
                <a:spcPts val="0"/>
              </a:spcBef>
              <a:spcAft>
                <a:spcPts val="0"/>
              </a:spcAft>
              <a:buSzPts val="4000"/>
              <a:buFont typeface="Raleway"/>
              <a:buNone/>
              <a:defRPr sz="4000" b="1">
                <a:latin typeface="Raleway"/>
                <a:ea typeface="Raleway"/>
                <a:cs typeface="Raleway"/>
                <a:sym typeface="Raleway"/>
              </a:defRPr>
            </a:lvl7pPr>
            <a:lvl8pPr lvl="7" algn="ctr" rtl="0">
              <a:spcBef>
                <a:spcPts val="0"/>
              </a:spcBef>
              <a:spcAft>
                <a:spcPts val="0"/>
              </a:spcAft>
              <a:buSzPts val="4000"/>
              <a:buFont typeface="Raleway"/>
              <a:buNone/>
              <a:defRPr sz="4000" b="1">
                <a:latin typeface="Raleway"/>
                <a:ea typeface="Raleway"/>
                <a:cs typeface="Raleway"/>
                <a:sym typeface="Raleway"/>
              </a:defRPr>
            </a:lvl8pPr>
            <a:lvl9pPr lvl="8" algn="ctr" rtl="0">
              <a:spcBef>
                <a:spcPts val="0"/>
              </a:spcBef>
              <a:spcAft>
                <a:spcPts val="0"/>
              </a:spcAft>
              <a:buSzPts val="4000"/>
              <a:buFont typeface="Raleway"/>
              <a:buNone/>
              <a:defRPr sz="4000" b="1">
                <a:latin typeface="Raleway"/>
                <a:ea typeface="Raleway"/>
                <a:cs typeface="Raleway"/>
                <a:sym typeface="Raleway"/>
              </a:defRPr>
            </a:lvl9pPr>
          </a:lstStyle>
          <a:p>
            <a:r>
              <a:t>xx%</a:t>
            </a:r>
          </a:p>
        </p:txBody>
      </p:sp>
      <p:sp>
        <p:nvSpPr>
          <p:cNvPr id="28" name="Google Shape;28;p3"/>
          <p:cNvSpPr/>
          <p:nvPr/>
        </p:nvSpPr>
        <p:spPr>
          <a:xfrm>
            <a:off x="-28046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3"/>
          <p:cNvSpPr/>
          <p:nvPr/>
        </p:nvSpPr>
        <p:spPr>
          <a:xfrm>
            <a:off x="713950" y="-7608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30;p3"/>
          <p:cNvGrpSpPr/>
          <p:nvPr/>
        </p:nvGrpSpPr>
        <p:grpSpPr>
          <a:xfrm>
            <a:off x="-632600" y="302075"/>
            <a:ext cx="1281575" cy="238575"/>
            <a:chOff x="1256325" y="2604375"/>
            <a:chExt cx="1281575" cy="238575"/>
          </a:xfrm>
        </p:grpSpPr>
        <p:sp>
          <p:nvSpPr>
            <p:cNvPr id="31" name="Google Shape;31;p3"/>
            <p:cNvSpPr/>
            <p:nvPr/>
          </p:nvSpPr>
          <p:spPr>
            <a:xfrm>
              <a:off x="1256325" y="2604375"/>
              <a:ext cx="285100" cy="238575"/>
            </a:xfrm>
            <a:custGeom>
              <a:avLst/>
              <a:gdLst/>
              <a:ahLst/>
              <a:cxnLst/>
              <a:rect l="l" t="t" r="r" b="b"/>
              <a:pathLst>
                <a:path w="11404" h="9543" extrusionOk="0">
                  <a:moveTo>
                    <a:pt x="9562" y="1"/>
                  </a:moveTo>
                  <a:lnTo>
                    <a:pt x="0"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a:off x="1398600" y="2604375"/>
              <a:ext cx="284575" cy="238575"/>
            </a:xfrm>
            <a:custGeom>
              <a:avLst/>
              <a:gdLst/>
              <a:ahLst/>
              <a:cxnLst/>
              <a:rect l="l" t="t" r="r" b="b"/>
              <a:pathLst>
                <a:path w="11383" h="9543" extrusionOk="0">
                  <a:moveTo>
                    <a:pt x="9563" y="1"/>
                  </a:moveTo>
                  <a:lnTo>
                    <a:pt x="0" y="9542"/>
                  </a:lnTo>
                  <a:lnTo>
                    <a:pt x="1842"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a:off x="1541400"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a:off x="1683150" y="2604375"/>
              <a:ext cx="285125" cy="238575"/>
            </a:xfrm>
            <a:custGeom>
              <a:avLst/>
              <a:gdLst/>
              <a:ahLst/>
              <a:cxnLst/>
              <a:rect l="l" t="t" r="r" b="b"/>
              <a:pathLst>
                <a:path w="11405" h="9543" extrusionOk="0">
                  <a:moveTo>
                    <a:pt x="9584" y="1"/>
                  </a:moveTo>
                  <a:lnTo>
                    <a:pt x="1" y="9542"/>
                  </a:lnTo>
                  <a:lnTo>
                    <a:pt x="1842"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a:off x="1825950" y="2604375"/>
              <a:ext cx="285125" cy="238575"/>
            </a:xfrm>
            <a:custGeom>
              <a:avLst/>
              <a:gdLst/>
              <a:ahLst/>
              <a:cxnLst/>
              <a:rect l="l" t="t" r="r" b="b"/>
              <a:pathLst>
                <a:path w="11405" h="9543" extrusionOk="0">
                  <a:moveTo>
                    <a:pt x="9563" y="1"/>
                  </a:moveTo>
                  <a:lnTo>
                    <a:pt x="1"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a:off x="1968250" y="2604375"/>
              <a:ext cx="285100" cy="238575"/>
            </a:xfrm>
            <a:custGeom>
              <a:avLst/>
              <a:gdLst/>
              <a:ahLst/>
              <a:cxnLst/>
              <a:rect l="l" t="t" r="r" b="b"/>
              <a:pathLst>
                <a:path w="11404" h="9543" extrusionOk="0">
                  <a:moveTo>
                    <a:pt x="9583" y="1"/>
                  </a:moveTo>
                  <a:lnTo>
                    <a:pt x="0" y="9542"/>
                  </a:lnTo>
                  <a:lnTo>
                    <a:pt x="184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a:off x="2111050" y="2604375"/>
              <a:ext cx="284050" cy="238575"/>
            </a:xfrm>
            <a:custGeom>
              <a:avLst/>
              <a:gdLst/>
              <a:ahLst/>
              <a:cxnLst/>
              <a:rect l="l" t="t" r="r" b="b"/>
              <a:pathLst>
                <a:path w="11362" h="9543" extrusionOk="0">
                  <a:moveTo>
                    <a:pt x="9562" y="1"/>
                  </a:moveTo>
                  <a:lnTo>
                    <a:pt x="0" y="9542"/>
                  </a:lnTo>
                  <a:lnTo>
                    <a:pt x="1821" y="9542"/>
                  </a:lnTo>
                  <a:lnTo>
                    <a:pt x="113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3"/>
            <p:cNvSpPr/>
            <p:nvPr/>
          </p:nvSpPr>
          <p:spPr>
            <a:xfrm>
              <a:off x="2253325"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9"/>
        <p:cNvGrpSpPr/>
        <p:nvPr/>
      </p:nvGrpSpPr>
      <p:grpSpPr>
        <a:xfrm>
          <a:off x="0" y="0"/>
          <a:ext cx="0" cy="0"/>
          <a:chOff x="0" y="0"/>
          <a:chExt cx="0" cy="0"/>
        </a:xfrm>
      </p:grpSpPr>
      <p:sp>
        <p:nvSpPr>
          <p:cNvPr id="40" name="Google Shape;40;p4"/>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1" name="Google Shape;41;p4"/>
          <p:cNvSpPr txBox="1">
            <a:spLocks noGrp="1"/>
          </p:cNvSpPr>
          <p:nvPr>
            <p:ph type="subTitle" idx="1"/>
          </p:nvPr>
        </p:nvSpPr>
        <p:spPr>
          <a:xfrm>
            <a:off x="713950" y="1256750"/>
            <a:ext cx="7716000" cy="383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42" name="Google Shape;42;p4"/>
          <p:cNvSpPr/>
          <p:nvPr/>
        </p:nvSpPr>
        <p:spPr>
          <a:xfrm>
            <a:off x="-36729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4"/>
          <p:cNvSpPr/>
          <p:nvPr/>
        </p:nvSpPr>
        <p:spPr>
          <a:xfrm>
            <a:off x="-517275" y="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flipH="1">
            <a:off x="8206154" y="3065713"/>
            <a:ext cx="954600" cy="21474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4"/>
          <p:cNvSpPr/>
          <p:nvPr/>
        </p:nvSpPr>
        <p:spPr>
          <a:xfrm>
            <a:off x="8046075" y="27311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6"/>
        <p:cNvGrpSpPr/>
        <p:nvPr/>
      </p:nvGrpSpPr>
      <p:grpSpPr>
        <a:xfrm>
          <a:off x="0" y="0"/>
          <a:ext cx="0" cy="0"/>
          <a:chOff x="0" y="0"/>
          <a:chExt cx="0" cy="0"/>
        </a:xfrm>
      </p:grpSpPr>
      <p:sp>
        <p:nvSpPr>
          <p:cNvPr id="47" name="Google Shape;47;p5"/>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8" name="Google Shape;48;p5"/>
          <p:cNvSpPr txBox="1">
            <a:spLocks noGrp="1"/>
          </p:cNvSpPr>
          <p:nvPr>
            <p:ph type="subTitle" idx="1"/>
          </p:nvPr>
        </p:nvSpPr>
        <p:spPr>
          <a:xfrm>
            <a:off x="713950" y="1561325"/>
            <a:ext cx="2898000" cy="2237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49" name="Google Shape;49;p5"/>
          <p:cNvSpPr txBox="1">
            <a:spLocks noGrp="1"/>
          </p:cNvSpPr>
          <p:nvPr>
            <p:ph type="subTitle" idx="2"/>
          </p:nvPr>
        </p:nvSpPr>
        <p:spPr>
          <a:xfrm>
            <a:off x="3939174" y="1561325"/>
            <a:ext cx="2898000" cy="2237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0" name="Google Shape;50;p5"/>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5"/>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5"/>
          <p:cNvSpPr/>
          <p:nvPr/>
        </p:nvSpPr>
        <p:spPr>
          <a:xfrm rot="1473489">
            <a:off x="8199307" y="2133342"/>
            <a:ext cx="1681839" cy="3705316"/>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5"/>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54" name="Google Shape;54;p5"/>
          <p:cNvSpPr/>
          <p:nvPr/>
        </p:nvSpPr>
        <p:spPr>
          <a:xfrm>
            <a:off x="7512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5"/>
        <p:cNvGrpSpPr/>
        <p:nvPr/>
      </p:nvGrpSpPr>
      <p:grpSpPr>
        <a:xfrm>
          <a:off x="0" y="0"/>
          <a:ext cx="0" cy="0"/>
          <a:chOff x="0" y="0"/>
          <a:chExt cx="0" cy="0"/>
        </a:xfrm>
      </p:grpSpPr>
      <p:sp>
        <p:nvSpPr>
          <p:cNvPr id="56" name="Google Shape;56;p6"/>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7" name="Google Shape;57;p6"/>
          <p:cNvSpPr/>
          <p:nvPr/>
        </p:nvSpPr>
        <p:spPr>
          <a:xfrm>
            <a:off x="-29871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6"/>
          <p:cNvSpPr/>
          <p:nvPr/>
        </p:nvSpPr>
        <p:spPr>
          <a:xfrm>
            <a:off x="-616987" y="-59400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6"/>
          <p:cNvSpPr/>
          <p:nvPr/>
        </p:nvSpPr>
        <p:spPr>
          <a:xfrm>
            <a:off x="-6518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6"/>
          <p:cNvSpPr/>
          <p:nvPr/>
        </p:nvSpPr>
        <p:spPr>
          <a:xfrm flipH="1">
            <a:off x="8014800" y="3624900"/>
            <a:ext cx="1129200" cy="1588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6"/>
          <p:cNvSpPr/>
          <p:nvPr/>
        </p:nvSpPr>
        <p:spPr>
          <a:xfrm>
            <a:off x="8231702" y="3366340"/>
            <a:ext cx="1129314" cy="1465742"/>
          </a:xfrm>
          <a:custGeom>
            <a:avLst/>
            <a:gdLst/>
            <a:ahLst/>
            <a:cxnLst/>
            <a:rect l="l" t="t" r="r" b="b"/>
            <a:pathLst>
              <a:path w="28583" h="37098" extrusionOk="0">
                <a:moveTo>
                  <a:pt x="18162" y="0"/>
                </a:moveTo>
                <a:lnTo>
                  <a:pt x="13685" y="9144"/>
                </a:lnTo>
                <a:lnTo>
                  <a:pt x="1" y="37098"/>
                </a:lnTo>
                <a:lnTo>
                  <a:pt x="10420" y="37098"/>
                </a:lnTo>
                <a:lnTo>
                  <a:pt x="285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6"/>
          <p:cNvSpPr/>
          <p:nvPr/>
        </p:nvSpPr>
        <p:spPr>
          <a:xfrm>
            <a:off x="7303250" y="3972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3"/>
        <p:cNvGrpSpPr/>
        <p:nvPr/>
      </p:nvGrpSpPr>
      <p:grpSpPr>
        <a:xfrm>
          <a:off x="0" y="0"/>
          <a:ext cx="0" cy="0"/>
          <a:chOff x="0" y="0"/>
          <a:chExt cx="0" cy="0"/>
        </a:xfrm>
      </p:grpSpPr>
      <p:sp>
        <p:nvSpPr>
          <p:cNvPr id="64" name="Google Shape;64;p7"/>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7"/>
          <p:cNvSpPr txBox="1">
            <a:spLocks noGrp="1"/>
          </p:cNvSpPr>
          <p:nvPr>
            <p:ph type="subTitle" idx="1"/>
          </p:nvPr>
        </p:nvSpPr>
        <p:spPr>
          <a:xfrm>
            <a:off x="713950" y="1408925"/>
            <a:ext cx="3858000" cy="1676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6"/>
        <p:cNvGrpSpPr/>
        <p:nvPr/>
      </p:nvGrpSpPr>
      <p:grpSpPr>
        <a:xfrm>
          <a:off x="0" y="0"/>
          <a:ext cx="0" cy="0"/>
          <a:chOff x="0" y="0"/>
          <a:chExt cx="0" cy="0"/>
        </a:xfrm>
      </p:grpSpPr>
      <p:sp>
        <p:nvSpPr>
          <p:cNvPr id="67" name="Google Shape;67;p8"/>
          <p:cNvSpPr txBox="1">
            <a:spLocks noGrp="1"/>
          </p:cNvSpPr>
          <p:nvPr>
            <p:ph type="title"/>
          </p:nvPr>
        </p:nvSpPr>
        <p:spPr>
          <a:xfrm>
            <a:off x="1725150" y="1409550"/>
            <a:ext cx="5693700" cy="23244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68" name="Google Shape;68;p8"/>
          <p:cNvSpPr/>
          <p:nvPr/>
        </p:nvSpPr>
        <p:spPr>
          <a:xfrm rot="10800000" flipH="1">
            <a:off x="-708425" y="-76200"/>
            <a:ext cx="1313700" cy="27246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8"/>
          <p:cNvSpPr/>
          <p:nvPr/>
        </p:nvSpPr>
        <p:spPr>
          <a:xfrm flipH="1">
            <a:off x="8785500" y="2843325"/>
            <a:ext cx="968100" cy="23697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8"/>
          <p:cNvSpPr/>
          <p:nvPr/>
        </p:nvSpPr>
        <p:spPr>
          <a:xfrm>
            <a:off x="85794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1"/>
        <p:cNvGrpSpPr/>
        <p:nvPr/>
      </p:nvGrpSpPr>
      <p:grpSpPr>
        <a:xfrm>
          <a:off x="0" y="0"/>
          <a:ext cx="0" cy="0"/>
          <a:chOff x="0" y="0"/>
          <a:chExt cx="0" cy="0"/>
        </a:xfrm>
      </p:grpSpPr>
      <p:sp>
        <p:nvSpPr>
          <p:cNvPr id="72" name="Google Shape;72;p9"/>
          <p:cNvSpPr txBox="1">
            <a:spLocks noGrp="1"/>
          </p:cNvSpPr>
          <p:nvPr>
            <p:ph type="title"/>
          </p:nvPr>
        </p:nvSpPr>
        <p:spPr>
          <a:xfrm>
            <a:off x="2361750" y="1481700"/>
            <a:ext cx="44205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80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73" name="Google Shape;73;p9"/>
          <p:cNvSpPr txBox="1">
            <a:spLocks noGrp="1"/>
          </p:cNvSpPr>
          <p:nvPr>
            <p:ph type="subTitle" idx="1"/>
          </p:nvPr>
        </p:nvSpPr>
        <p:spPr>
          <a:xfrm>
            <a:off x="2361750" y="3051600"/>
            <a:ext cx="4420500" cy="6102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74" name="Google Shape;74;p9"/>
          <p:cNvSpPr/>
          <p:nvPr/>
        </p:nvSpPr>
        <p:spPr>
          <a:xfrm rot="5400000">
            <a:off x="-409950" y="367100"/>
            <a:ext cx="1574700" cy="754800"/>
          </a:xfrm>
          <a:prstGeom prst="rtTriangl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9"/>
          <p:cNvSpPr/>
          <p:nvPr/>
        </p:nvSpPr>
        <p:spPr>
          <a:xfrm flipH="1">
            <a:off x="73995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9"/>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9"/>
          <p:cNvSpPr/>
          <p:nvPr/>
        </p:nvSpPr>
        <p:spPr>
          <a:xfrm>
            <a:off x="7512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8"/>
        <p:cNvGrpSpPr/>
        <p:nvPr/>
      </p:nvGrpSpPr>
      <p:grpSpPr>
        <a:xfrm>
          <a:off x="0" y="0"/>
          <a:ext cx="0" cy="0"/>
          <a:chOff x="0" y="0"/>
          <a:chExt cx="0" cy="0"/>
        </a:xfrm>
      </p:grpSpPr>
      <p:sp>
        <p:nvSpPr>
          <p:cNvPr id="79" name="Google Shape;79;p10"/>
          <p:cNvSpPr>
            <a:spLocks noGrp="1"/>
          </p:cNvSpPr>
          <p:nvPr>
            <p:ph type="pic" idx="2"/>
          </p:nvPr>
        </p:nvSpPr>
        <p:spPr>
          <a:xfrm>
            <a:off x="0" y="0"/>
            <a:ext cx="9144000" cy="5143500"/>
          </a:xfrm>
          <a:prstGeom prst="rect">
            <a:avLst/>
          </a:prstGeom>
          <a:noFill/>
          <a:ln>
            <a:noFill/>
          </a:ln>
        </p:spPr>
      </p:sp>
      <p:sp>
        <p:nvSpPr>
          <p:cNvPr id="80" name="Google Shape;80;p10"/>
          <p:cNvSpPr txBox="1">
            <a:spLocks noGrp="1"/>
          </p:cNvSpPr>
          <p:nvPr>
            <p:ph type="title"/>
          </p:nvPr>
        </p:nvSpPr>
        <p:spPr>
          <a:xfrm>
            <a:off x="5503150" y="757950"/>
            <a:ext cx="2089200" cy="3627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2200"/>
              <a:buFont typeface="Raleway SemiBold"/>
              <a:buNone/>
              <a:defRPr sz="2200">
                <a:solidFill>
                  <a:schemeClr val="accent2"/>
                </a:solidFill>
              </a:defRPr>
            </a:lvl1pPr>
            <a:lvl2pPr lvl="1" rtl="0">
              <a:spcBef>
                <a:spcPts val="0"/>
              </a:spcBef>
              <a:spcAft>
                <a:spcPts val="0"/>
              </a:spcAft>
              <a:buSzPts val="2200"/>
              <a:buNone/>
              <a:defRPr sz="2200"/>
            </a:lvl2pPr>
            <a:lvl3pPr lvl="2" rtl="0">
              <a:spcBef>
                <a:spcPts val="0"/>
              </a:spcBef>
              <a:spcAft>
                <a:spcPts val="0"/>
              </a:spcAft>
              <a:buSzPts val="2200"/>
              <a:buNone/>
              <a:defRPr sz="2200"/>
            </a:lvl3pPr>
            <a:lvl4pPr lvl="3" rtl="0">
              <a:spcBef>
                <a:spcPts val="0"/>
              </a:spcBef>
              <a:spcAft>
                <a:spcPts val="0"/>
              </a:spcAft>
              <a:buSzPts val="2200"/>
              <a:buNone/>
              <a:defRPr sz="2200"/>
            </a:lvl4pPr>
            <a:lvl5pPr lvl="4" rtl="0">
              <a:spcBef>
                <a:spcPts val="0"/>
              </a:spcBef>
              <a:spcAft>
                <a:spcPts val="0"/>
              </a:spcAft>
              <a:buSzPts val="2200"/>
              <a:buNone/>
              <a:defRPr sz="2200"/>
            </a:lvl5pPr>
            <a:lvl6pPr lvl="5" rtl="0">
              <a:spcBef>
                <a:spcPts val="0"/>
              </a:spcBef>
              <a:spcAft>
                <a:spcPts val="0"/>
              </a:spcAft>
              <a:buSzPts val="2200"/>
              <a:buNone/>
              <a:defRPr sz="2200"/>
            </a:lvl6pPr>
            <a:lvl7pPr lvl="6" rtl="0">
              <a:spcBef>
                <a:spcPts val="0"/>
              </a:spcBef>
              <a:spcAft>
                <a:spcPts val="0"/>
              </a:spcAft>
              <a:buSzPts val="2200"/>
              <a:buNone/>
              <a:defRPr sz="2200"/>
            </a:lvl7pPr>
            <a:lvl8pPr lvl="7" rtl="0">
              <a:spcBef>
                <a:spcPts val="0"/>
              </a:spcBef>
              <a:spcAft>
                <a:spcPts val="0"/>
              </a:spcAft>
              <a:buSzPts val="2200"/>
              <a:buNone/>
              <a:defRPr sz="2200"/>
            </a:lvl8pPr>
            <a:lvl9pPr lvl="8" rtl="0">
              <a:spcBef>
                <a:spcPts val="0"/>
              </a:spcBef>
              <a:spcAft>
                <a:spcPts val="0"/>
              </a:spcAft>
              <a:buSzPts val="2200"/>
              <a:buNone/>
              <a:defRPr sz="22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11"/>
          <p:cNvSpPr/>
          <p:nvPr/>
        </p:nvSpPr>
        <p:spPr>
          <a:xfrm>
            <a:off x="-29109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11"/>
          <p:cNvSpPr/>
          <p:nvPr/>
        </p:nvSpPr>
        <p:spPr>
          <a:xfrm>
            <a:off x="-540787" y="-59400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11"/>
          <p:cNvSpPr/>
          <p:nvPr/>
        </p:nvSpPr>
        <p:spPr>
          <a:xfrm>
            <a:off x="-5756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1"/>
          <p:cNvSpPr/>
          <p:nvPr/>
        </p:nvSpPr>
        <p:spPr>
          <a:xfrm flipH="1">
            <a:off x="73995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1"/>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11"/>
          <p:cNvSpPr/>
          <p:nvPr/>
        </p:nvSpPr>
        <p:spPr>
          <a:xfrm>
            <a:off x="7512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1"/>
          <p:cNvSpPr txBox="1">
            <a:spLocks noGrp="1"/>
          </p:cNvSpPr>
          <p:nvPr>
            <p:ph type="title" hasCustomPrompt="1"/>
          </p:nvPr>
        </p:nvSpPr>
        <p:spPr>
          <a:xfrm>
            <a:off x="1197150" y="1717888"/>
            <a:ext cx="6749700" cy="12753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8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89" name="Google Shape;89;p11"/>
          <p:cNvSpPr txBox="1">
            <a:spLocks noGrp="1"/>
          </p:cNvSpPr>
          <p:nvPr>
            <p:ph type="subTitle" idx="1"/>
          </p:nvPr>
        </p:nvSpPr>
        <p:spPr>
          <a:xfrm>
            <a:off x="1197150" y="3017013"/>
            <a:ext cx="6749700" cy="40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lt1"/>
        </a:solidFill>
        <a:effectLst/>
      </p:bgPr>
    </p:bg>
    <p:spTree>
      <p:nvGrpSpPr>
        <p:cNvPr id="1" name="Shape 90"/>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1">
  <p:cSld name="CUSTOM_7">
    <p:spTree>
      <p:nvGrpSpPr>
        <p:cNvPr id="1" name="Shape 91"/>
        <p:cNvGrpSpPr/>
        <p:nvPr/>
      </p:nvGrpSpPr>
      <p:grpSpPr>
        <a:xfrm>
          <a:off x="0" y="0"/>
          <a:ext cx="0" cy="0"/>
          <a:chOff x="0" y="0"/>
          <a:chExt cx="0" cy="0"/>
        </a:xfrm>
      </p:grpSpPr>
      <p:sp>
        <p:nvSpPr>
          <p:cNvPr id="92" name="Google Shape;92;p13"/>
          <p:cNvSpPr txBox="1">
            <a:spLocks noGrp="1"/>
          </p:cNvSpPr>
          <p:nvPr>
            <p:ph type="title"/>
          </p:nvPr>
        </p:nvSpPr>
        <p:spPr>
          <a:xfrm>
            <a:off x="3036188" y="2236425"/>
            <a:ext cx="4508700" cy="75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93" name="Google Shape;93;p13"/>
          <p:cNvSpPr txBox="1">
            <a:spLocks noGrp="1"/>
          </p:cNvSpPr>
          <p:nvPr>
            <p:ph type="title" idx="2" hasCustomPrompt="1"/>
          </p:nvPr>
        </p:nvSpPr>
        <p:spPr>
          <a:xfrm>
            <a:off x="1599113" y="2236425"/>
            <a:ext cx="1344600" cy="7524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000"/>
              <a:buNone/>
              <a:defRPr sz="4000">
                <a:solidFill>
                  <a:schemeClr val="accent2"/>
                </a:solidFill>
              </a:defRPr>
            </a:lvl1pPr>
            <a:lvl2pPr lvl="1" algn="ctr" rtl="0">
              <a:spcBef>
                <a:spcPts val="0"/>
              </a:spcBef>
              <a:spcAft>
                <a:spcPts val="0"/>
              </a:spcAft>
              <a:buSzPts val="4000"/>
              <a:buFont typeface="Raleway"/>
              <a:buNone/>
              <a:defRPr sz="4000" b="1">
                <a:latin typeface="Raleway"/>
                <a:ea typeface="Raleway"/>
                <a:cs typeface="Raleway"/>
                <a:sym typeface="Raleway"/>
              </a:defRPr>
            </a:lvl2pPr>
            <a:lvl3pPr lvl="2" algn="ctr" rtl="0">
              <a:spcBef>
                <a:spcPts val="0"/>
              </a:spcBef>
              <a:spcAft>
                <a:spcPts val="0"/>
              </a:spcAft>
              <a:buSzPts val="4000"/>
              <a:buFont typeface="Raleway"/>
              <a:buNone/>
              <a:defRPr sz="4000" b="1">
                <a:latin typeface="Raleway"/>
                <a:ea typeface="Raleway"/>
                <a:cs typeface="Raleway"/>
                <a:sym typeface="Raleway"/>
              </a:defRPr>
            </a:lvl3pPr>
            <a:lvl4pPr lvl="3" algn="ctr" rtl="0">
              <a:spcBef>
                <a:spcPts val="0"/>
              </a:spcBef>
              <a:spcAft>
                <a:spcPts val="0"/>
              </a:spcAft>
              <a:buSzPts val="4000"/>
              <a:buFont typeface="Raleway"/>
              <a:buNone/>
              <a:defRPr sz="4000" b="1">
                <a:latin typeface="Raleway"/>
                <a:ea typeface="Raleway"/>
                <a:cs typeface="Raleway"/>
                <a:sym typeface="Raleway"/>
              </a:defRPr>
            </a:lvl4pPr>
            <a:lvl5pPr lvl="4" algn="ctr" rtl="0">
              <a:spcBef>
                <a:spcPts val="0"/>
              </a:spcBef>
              <a:spcAft>
                <a:spcPts val="0"/>
              </a:spcAft>
              <a:buSzPts val="4000"/>
              <a:buFont typeface="Raleway"/>
              <a:buNone/>
              <a:defRPr sz="4000" b="1">
                <a:latin typeface="Raleway"/>
                <a:ea typeface="Raleway"/>
                <a:cs typeface="Raleway"/>
                <a:sym typeface="Raleway"/>
              </a:defRPr>
            </a:lvl5pPr>
            <a:lvl6pPr lvl="5" algn="ctr" rtl="0">
              <a:spcBef>
                <a:spcPts val="0"/>
              </a:spcBef>
              <a:spcAft>
                <a:spcPts val="0"/>
              </a:spcAft>
              <a:buSzPts val="4000"/>
              <a:buFont typeface="Raleway"/>
              <a:buNone/>
              <a:defRPr sz="4000" b="1">
                <a:latin typeface="Raleway"/>
                <a:ea typeface="Raleway"/>
                <a:cs typeface="Raleway"/>
                <a:sym typeface="Raleway"/>
              </a:defRPr>
            </a:lvl6pPr>
            <a:lvl7pPr lvl="6" algn="ctr" rtl="0">
              <a:spcBef>
                <a:spcPts val="0"/>
              </a:spcBef>
              <a:spcAft>
                <a:spcPts val="0"/>
              </a:spcAft>
              <a:buSzPts val="4000"/>
              <a:buFont typeface="Raleway"/>
              <a:buNone/>
              <a:defRPr sz="4000" b="1">
                <a:latin typeface="Raleway"/>
                <a:ea typeface="Raleway"/>
                <a:cs typeface="Raleway"/>
                <a:sym typeface="Raleway"/>
              </a:defRPr>
            </a:lvl7pPr>
            <a:lvl8pPr lvl="7" algn="ctr" rtl="0">
              <a:spcBef>
                <a:spcPts val="0"/>
              </a:spcBef>
              <a:spcAft>
                <a:spcPts val="0"/>
              </a:spcAft>
              <a:buSzPts val="4000"/>
              <a:buFont typeface="Raleway"/>
              <a:buNone/>
              <a:defRPr sz="4000" b="1">
                <a:latin typeface="Raleway"/>
                <a:ea typeface="Raleway"/>
                <a:cs typeface="Raleway"/>
                <a:sym typeface="Raleway"/>
              </a:defRPr>
            </a:lvl8pPr>
            <a:lvl9pPr lvl="8" algn="ctr" rtl="0">
              <a:spcBef>
                <a:spcPts val="0"/>
              </a:spcBef>
              <a:spcAft>
                <a:spcPts val="0"/>
              </a:spcAft>
              <a:buSzPts val="4000"/>
              <a:buFont typeface="Raleway"/>
              <a:buNone/>
              <a:defRPr sz="4000" b="1">
                <a:latin typeface="Raleway"/>
                <a:ea typeface="Raleway"/>
                <a:cs typeface="Raleway"/>
                <a:sym typeface="Raleway"/>
              </a:defRPr>
            </a:lvl9pPr>
          </a:lstStyle>
          <a:p>
            <a:r>
              <a:t>xx%</a:t>
            </a:r>
          </a:p>
        </p:txBody>
      </p:sp>
      <p:sp>
        <p:nvSpPr>
          <p:cNvPr id="94" name="Google Shape;94;p13"/>
          <p:cNvSpPr/>
          <p:nvPr/>
        </p:nvSpPr>
        <p:spPr>
          <a:xfrm>
            <a:off x="-28046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13"/>
          <p:cNvSpPr/>
          <p:nvPr/>
        </p:nvSpPr>
        <p:spPr>
          <a:xfrm>
            <a:off x="713950" y="-7608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 name="Google Shape;96;p13"/>
          <p:cNvGrpSpPr/>
          <p:nvPr/>
        </p:nvGrpSpPr>
        <p:grpSpPr>
          <a:xfrm>
            <a:off x="-632600" y="302075"/>
            <a:ext cx="1281575" cy="238575"/>
            <a:chOff x="1256325" y="2604375"/>
            <a:chExt cx="1281575" cy="238575"/>
          </a:xfrm>
        </p:grpSpPr>
        <p:sp>
          <p:nvSpPr>
            <p:cNvPr id="97" name="Google Shape;97;p13"/>
            <p:cNvSpPr/>
            <p:nvPr/>
          </p:nvSpPr>
          <p:spPr>
            <a:xfrm>
              <a:off x="1256325" y="2604375"/>
              <a:ext cx="285100" cy="238575"/>
            </a:xfrm>
            <a:custGeom>
              <a:avLst/>
              <a:gdLst/>
              <a:ahLst/>
              <a:cxnLst/>
              <a:rect l="l" t="t" r="r" b="b"/>
              <a:pathLst>
                <a:path w="11404" h="9543" extrusionOk="0">
                  <a:moveTo>
                    <a:pt x="9562" y="1"/>
                  </a:moveTo>
                  <a:lnTo>
                    <a:pt x="0"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13"/>
            <p:cNvSpPr/>
            <p:nvPr/>
          </p:nvSpPr>
          <p:spPr>
            <a:xfrm>
              <a:off x="1398600" y="2604375"/>
              <a:ext cx="284575" cy="238575"/>
            </a:xfrm>
            <a:custGeom>
              <a:avLst/>
              <a:gdLst/>
              <a:ahLst/>
              <a:cxnLst/>
              <a:rect l="l" t="t" r="r" b="b"/>
              <a:pathLst>
                <a:path w="11383" h="9543" extrusionOk="0">
                  <a:moveTo>
                    <a:pt x="9563" y="1"/>
                  </a:moveTo>
                  <a:lnTo>
                    <a:pt x="0" y="9542"/>
                  </a:lnTo>
                  <a:lnTo>
                    <a:pt x="1842"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13"/>
            <p:cNvSpPr/>
            <p:nvPr/>
          </p:nvSpPr>
          <p:spPr>
            <a:xfrm>
              <a:off x="1541400"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13"/>
            <p:cNvSpPr/>
            <p:nvPr/>
          </p:nvSpPr>
          <p:spPr>
            <a:xfrm>
              <a:off x="1683150" y="2604375"/>
              <a:ext cx="285125" cy="238575"/>
            </a:xfrm>
            <a:custGeom>
              <a:avLst/>
              <a:gdLst/>
              <a:ahLst/>
              <a:cxnLst/>
              <a:rect l="l" t="t" r="r" b="b"/>
              <a:pathLst>
                <a:path w="11405" h="9543" extrusionOk="0">
                  <a:moveTo>
                    <a:pt x="9584" y="1"/>
                  </a:moveTo>
                  <a:lnTo>
                    <a:pt x="1" y="9542"/>
                  </a:lnTo>
                  <a:lnTo>
                    <a:pt x="1842"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13"/>
            <p:cNvSpPr/>
            <p:nvPr/>
          </p:nvSpPr>
          <p:spPr>
            <a:xfrm>
              <a:off x="1825950" y="2604375"/>
              <a:ext cx="285125" cy="238575"/>
            </a:xfrm>
            <a:custGeom>
              <a:avLst/>
              <a:gdLst/>
              <a:ahLst/>
              <a:cxnLst/>
              <a:rect l="l" t="t" r="r" b="b"/>
              <a:pathLst>
                <a:path w="11405" h="9543" extrusionOk="0">
                  <a:moveTo>
                    <a:pt x="9563" y="1"/>
                  </a:moveTo>
                  <a:lnTo>
                    <a:pt x="1"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3"/>
            <p:cNvSpPr/>
            <p:nvPr/>
          </p:nvSpPr>
          <p:spPr>
            <a:xfrm>
              <a:off x="1968250" y="2604375"/>
              <a:ext cx="285100" cy="238575"/>
            </a:xfrm>
            <a:custGeom>
              <a:avLst/>
              <a:gdLst/>
              <a:ahLst/>
              <a:cxnLst/>
              <a:rect l="l" t="t" r="r" b="b"/>
              <a:pathLst>
                <a:path w="11404" h="9543" extrusionOk="0">
                  <a:moveTo>
                    <a:pt x="9583" y="1"/>
                  </a:moveTo>
                  <a:lnTo>
                    <a:pt x="0" y="9542"/>
                  </a:lnTo>
                  <a:lnTo>
                    <a:pt x="184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13"/>
            <p:cNvSpPr/>
            <p:nvPr/>
          </p:nvSpPr>
          <p:spPr>
            <a:xfrm>
              <a:off x="2111050" y="2604375"/>
              <a:ext cx="284050" cy="238575"/>
            </a:xfrm>
            <a:custGeom>
              <a:avLst/>
              <a:gdLst/>
              <a:ahLst/>
              <a:cxnLst/>
              <a:rect l="l" t="t" r="r" b="b"/>
              <a:pathLst>
                <a:path w="11362" h="9543" extrusionOk="0">
                  <a:moveTo>
                    <a:pt x="9562" y="1"/>
                  </a:moveTo>
                  <a:lnTo>
                    <a:pt x="0" y="9542"/>
                  </a:lnTo>
                  <a:lnTo>
                    <a:pt x="1821" y="9542"/>
                  </a:lnTo>
                  <a:lnTo>
                    <a:pt x="113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3"/>
            <p:cNvSpPr/>
            <p:nvPr/>
          </p:nvSpPr>
          <p:spPr>
            <a:xfrm>
              <a:off x="2253325"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2">
  <p:cSld name="CUSTOM_7_1">
    <p:spTree>
      <p:nvGrpSpPr>
        <p:cNvPr id="1" name="Shape 105"/>
        <p:cNvGrpSpPr/>
        <p:nvPr/>
      </p:nvGrpSpPr>
      <p:grpSpPr>
        <a:xfrm>
          <a:off x="0" y="0"/>
          <a:ext cx="0" cy="0"/>
          <a:chOff x="0" y="0"/>
          <a:chExt cx="0" cy="0"/>
        </a:xfrm>
      </p:grpSpPr>
      <p:sp>
        <p:nvSpPr>
          <p:cNvPr id="106" name="Google Shape;106;p14"/>
          <p:cNvSpPr txBox="1">
            <a:spLocks noGrp="1"/>
          </p:cNvSpPr>
          <p:nvPr>
            <p:ph type="title"/>
          </p:nvPr>
        </p:nvSpPr>
        <p:spPr>
          <a:xfrm>
            <a:off x="1552149" y="2646900"/>
            <a:ext cx="3996300" cy="7524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07" name="Google Shape;107;p14"/>
          <p:cNvSpPr txBox="1">
            <a:spLocks noGrp="1"/>
          </p:cNvSpPr>
          <p:nvPr>
            <p:ph type="title" idx="2" hasCustomPrompt="1"/>
          </p:nvPr>
        </p:nvSpPr>
        <p:spPr>
          <a:xfrm>
            <a:off x="1552138" y="1744175"/>
            <a:ext cx="1344600" cy="7524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000"/>
              <a:buNone/>
              <a:defRPr sz="4000">
                <a:solidFill>
                  <a:schemeClr val="accent2"/>
                </a:solidFill>
              </a:defRPr>
            </a:lvl1pPr>
            <a:lvl2pPr lvl="1" algn="ctr" rtl="0">
              <a:spcBef>
                <a:spcPts val="0"/>
              </a:spcBef>
              <a:spcAft>
                <a:spcPts val="0"/>
              </a:spcAft>
              <a:buSzPts val="4000"/>
              <a:buFont typeface="Raleway"/>
              <a:buNone/>
              <a:defRPr sz="4000" b="1">
                <a:latin typeface="Raleway"/>
                <a:ea typeface="Raleway"/>
                <a:cs typeface="Raleway"/>
                <a:sym typeface="Raleway"/>
              </a:defRPr>
            </a:lvl2pPr>
            <a:lvl3pPr lvl="2" algn="ctr" rtl="0">
              <a:spcBef>
                <a:spcPts val="0"/>
              </a:spcBef>
              <a:spcAft>
                <a:spcPts val="0"/>
              </a:spcAft>
              <a:buSzPts val="4000"/>
              <a:buFont typeface="Raleway"/>
              <a:buNone/>
              <a:defRPr sz="4000" b="1">
                <a:latin typeface="Raleway"/>
                <a:ea typeface="Raleway"/>
                <a:cs typeface="Raleway"/>
                <a:sym typeface="Raleway"/>
              </a:defRPr>
            </a:lvl3pPr>
            <a:lvl4pPr lvl="3" algn="ctr" rtl="0">
              <a:spcBef>
                <a:spcPts val="0"/>
              </a:spcBef>
              <a:spcAft>
                <a:spcPts val="0"/>
              </a:spcAft>
              <a:buSzPts val="4000"/>
              <a:buFont typeface="Raleway"/>
              <a:buNone/>
              <a:defRPr sz="4000" b="1">
                <a:latin typeface="Raleway"/>
                <a:ea typeface="Raleway"/>
                <a:cs typeface="Raleway"/>
                <a:sym typeface="Raleway"/>
              </a:defRPr>
            </a:lvl4pPr>
            <a:lvl5pPr lvl="4" algn="ctr" rtl="0">
              <a:spcBef>
                <a:spcPts val="0"/>
              </a:spcBef>
              <a:spcAft>
                <a:spcPts val="0"/>
              </a:spcAft>
              <a:buSzPts val="4000"/>
              <a:buFont typeface="Raleway"/>
              <a:buNone/>
              <a:defRPr sz="4000" b="1">
                <a:latin typeface="Raleway"/>
                <a:ea typeface="Raleway"/>
                <a:cs typeface="Raleway"/>
                <a:sym typeface="Raleway"/>
              </a:defRPr>
            </a:lvl5pPr>
            <a:lvl6pPr lvl="5" algn="ctr" rtl="0">
              <a:spcBef>
                <a:spcPts val="0"/>
              </a:spcBef>
              <a:spcAft>
                <a:spcPts val="0"/>
              </a:spcAft>
              <a:buSzPts val="4000"/>
              <a:buFont typeface="Raleway"/>
              <a:buNone/>
              <a:defRPr sz="4000" b="1">
                <a:latin typeface="Raleway"/>
                <a:ea typeface="Raleway"/>
                <a:cs typeface="Raleway"/>
                <a:sym typeface="Raleway"/>
              </a:defRPr>
            </a:lvl6pPr>
            <a:lvl7pPr lvl="6" algn="ctr" rtl="0">
              <a:spcBef>
                <a:spcPts val="0"/>
              </a:spcBef>
              <a:spcAft>
                <a:spcPts val="0"/>
              </a:spcAft>
              <a:buSzPts val="4000"/>
              <a:buFont typeface="Raleway"/>
              <a:buNone/>
              <a:defRPr sz="4000" b="1">
                <a:latin typeface="Raleway"/>
                <a:ea typeface="Raleway"/>
                <a:cs typeface="Raleway"/>
                <a:sym typeface="Raleway"/>
              </a:defRPr>
            </a:lvl7pPr>
            <a:lvl8pPr lvl="7" algn="ctr" rtl="0">
              <a:spcBef>
                <a:spcPts val="0"/>
              </a:spcBef>
              <a:spcAft>
                <a:spcPts val="0"/>
              </a:spcAft>
              <a:buSzPts val="4000"/>
              <a:buFont typeface="Raleway"/>
              <a:buNone/>
              <a:defRPr sz="4000" b="1">
                <a:latin typeface="Raleway"/>
                <a:ea typeface="Raleway"/>
                <a:cs typeface="Raleway"/>
                <a:sym typeface="Raleway"/>
              </a:defRPr>
            </a:lvl8pPr>
            <a:lvl9pPr lvl="8" algn="ctr" rtl="0">
              <a:spcBef>
                <a:spcPts val="0"/>
              </a:spcBef>
              <a:spcAft>
                <a:spcPts val="0"/>
              </a:spcAft>
              <a:buSzPts val="4000"/>
              <a:buFont typeface="Raleway"/>
              <a:buNone/>
              <a:defRPr sz="4000" b="1">
                <a:latin typeface="Raleway"/>
                <a:ea typeface="Raleway"/>
                <a:cs typeface="Raleway"/>
                <a:sym typeface="Raleway"/>
              </a:defRPr>
            </a:lvl9pPr>
          </a:lstStyle>
          <a:p>
            <a:r>
              <a:t>xx%</a:t>
            </a:r>
          </a:p>
        </p:txBody>
      </p:sp>
      <p:sp>
        <p:nvSpPr>
          <p:cNvPr id="108" name="Google Shape;108;p14"/>
          <p:cNvSpPr/>
          <p:nvPr/>
        </p:nvSpPr>
        <p:spPr>
          <a:xfrm>
            <a:off x="-28046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4"/>
          <p:cNvSpPr/>
          <p:nvPr/>
        </p:nvSpPr>
        <p:spPr>
          <a:xfrm>
            <a:off x="713950" y="-7608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Numbers and texts">
  <p:cSld name="CUSTOM_4">
    <p:spTree>
      <p:nvGrpSpPr>
        <p:cNvPr id="1" name="Shape 110"/>
        <p:cNvGrpSpPr/>
        <p:nvPr/>
      </p:nvGrpSpPr>
      <p:grpSpPr>
        <a:xfrm>
          <a:off x="0" y="0"/>
          <a:ext cx="0" cy="0"/>
          <a:chOff x="0" y="0"/>
          <a:chExt cx="0" cy="0"/>
        </a:xfrm>
      </p:grpSpPr>
      <p:sp>
        <p:nvSpPr>
          <p:cNvPr id="111" name="Google Shape;111;p15"/>
          <p:cNvSpPr txBox="1">
            <a:spLocks noGrp="1"/>
          </p:cNvSpPr>
          <p:nvPr>
            <p:ph type="title" hasCustomPrompt="1"/>
          </p:nvPr>
        </p:nvSpPr>
        <p:spPr>
          <a:xfrm>
            <a:off x="2133450" y="3457725"/>
            <a:ext cx="4877100" cy="84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5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2" name="Google Shape;112;p15"/>
          <p:cNvSpPr txBox="1">
            <a:spLocks noGrp="1"/>
          </p:cNvSpPr>
          <p:nvPr>
            <p:ph type="subTitle" idx="1"/>
          </p:nvPr>
        </p:nvSpPr>
        <p:spPr>
          <a:xfrm>
            <a:off x="2133450" y="4253700"/>
            <a:ext cx="4877100" cy="349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13" name="Google Shape;113;p15"/>
          <p:cNvSpPr txBox="1">
            <a:spLocks noGrp="1"/>
          </p:cNvSpPr>
          <p:nvPr>
            <p:ph type="title" idx="2" hasCustomPrompt="1"/>
          </p:nvPr>
        </p:nvSpPr>
        <p:spPr>
          <a:xfrm>
            <a:off x="2133450" y="524700"/>
            <a:ext cx="4877100" cy="84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5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4" name="Google Shape;114;p15"/>
          <p:cNvSpPr txBox="1">
            <a:spLocks noGrp="1"/>
          </p:cNvSpPr>
          <p:nvPr>
            <p:ph type="subTitle" idx="3"/>
          </p:nvPr>
        </p:nvSpPr>
        <p:spPr>
          <a:xfrm>
            <a:off x="2133450" y="1320675"/>
            <a:ext cx="4877100" cy="349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15" name="Google Shape;115;p15"/>
          <p:cNvSpPr txBox="1">
            <a:spLocks noGrp="1"/>
          </p:cNvSpPr>
          <p:nvPr>
            <p:ph type="title" idx="4" hasCustomPrompt="1"/>
          </p:nvPr>
        </p:nvSpPr>
        <p:spPr>
          <a:xfrm>
            <a:off x="2133450" y="1991200"/>
            <a:ext cx="4877100" cy="84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5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6" name="Google Shape;116;p15"/>
          <p:cNvSpPr txBox="1">
            <a:spLocks noGrp="1"/>
          </p:cNvSpPr>
          <p:nvPr>
            <p:ph type="subTitle" idx="5"/>
          </p:nvPr>
        </p:nvSpPr>
        <p:spPr>
          <a:xfrm>
            <a:off x="2133450" y="2787175"/>
            <a:ext cx="4877100" cy="349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17" name="Google Shape;117;p15"/>
          <p:cNvSpPr/>
          <p:nvPr/>
        </p:nvSpPr>
        <p:spPr>
          <a:xfrm flipH="1">
            <a:off x="7582500" y="1700450"/>
            <a:ext cx="1561500" cy="35127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5"/>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119" name="Google Shape;119;p15"/>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120" name="Google Shape;120;p15"/>
          <p:cNvSpPr/>
          <p:nvPr/>
        </p:nvSpPr>
        <p:spPr>
          <a:xfrm>
            <a:off x="7512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Numbers and texts 1">
  <p:cSld name="CUSTOM_4_1">
    <p:spTree>
      <p:nvGrpSpPr>
        <p:cNvPr id="1" name="Shape 121"/>
        <p:cNvGrpSpPr/>
        <p:nvPr/>
      </p:nvGrpSpPr>
      <p:grpSpPr>
        <a:xfrm>
          <a:off x="0" y="0"/>
          <a:ext cx="0" cy="0"/>
          <a:chOff x="0" y="0"/>
          <a:chExt cx="0" cy="0"/>
        </a:xfrm>
      </p:grpSpPr>
      <p:sp>
        <p:nvSpPr>
          <p:cNvPr id="122" name="Google Shape;122;p16"/>
          <p:cNvSpPr txBox="1">
            <a:spLocks noGrp="1"/>
          </p:cNvSpPr>
          <p:nvPr>
            <p:ph type="title" hasCustomPrompt="1"/>
          </p:nvPr>
        </p:nvSpPr>
        <p:spPr>
          <a:xfrm>
            <a:off x="713925" y="1321225"/>
            <a:ext cx="2296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Font typeface="Raleway Black"/>
              <a:buNone/>
              <a:defRPr sz="3500" b="0">
                <a:latin typeface="Raleway Black"/>
                <a:ea typeface="Raleway Black"/>
                <a:cs typeface="Raleway Black"/>
                <a:sym typeface="Raleway Black"/>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23" name="Google Shape;123;p16"/>
          <p:cNvSpPr txBox="1">
            <a:spLocks noGrp="1"/>
          </p:cNvSpPr>
          <p:nvPr>
            <p:ph type="title" idx="2"/>
          </p:nvPr>
        </p:nvSpPr>
        <p:spPr>
          <a:xfrm>
            <a:off x="713950" y="540650"/>
            <a:ext cx="7716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4" name="Google Shape;124;p16"/>
          <p:cNvSpPr txBox="1">
            <a:spLocks noGrp="1"/>
          </p:cNvSpPr>
          <p:nvPr>
            <p:ph type="subTitle" idx="1"/>
          </p:nvPr>
        </p:nvSpPr>
        <p:spPr>
          <a:xfrm>
            <a:off x="713913" y="3889500"/>
            <a:ext cx="2296200" cy="71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5" name="Google Shape;125;p16"/>
          <p:cNvSpPr txBox="1">
            <a:spLocks noGrp="1"/>
          </p:cNvSpPr>
          <p:nvPr>
            <p:ph type="title" idx="3"/>
          </p:nvPr>
        </p:nvSpPr>
        <p:spPr>
          <a:xfrm>
            <a:off x="713975" y="3466825"/>
            <a:ext cx="2296200" cy="478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26" name="Google Shape;126;p16"/>
          <p:cNvSpPr txBox="1">
            <a:spLocks noGrp="1"/>
          </p:cNvSpPr>
          <p:nvPr>
            <p:ph type="title" idx="4" hasCustomPrompt="1"/>
          </p:nvPr>
        </p:nvSpPr>
        <p:spPr>
          <a:xfrm>
            <a:off x="6140850" y="1321225"/>
            <a:ext cx="2296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Font typeface="Raleway Black"/>
              <a:buNone/>
              <a:defRPr sz="3500" b="0">
                <a:latin typeface="Raleway Black"/>
                <a:ea typeface="Raleway Black"/>
                <a:cs typeface="Raleway Black"/>
                <a:sym typeface="Raleway Black"/>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27" name="Google Shape;127;p16"/>
          <p:cNvSpPr txBox="1">
            <a:spLocks noGrp="1"/>
          </p:cNvSpPr>
          <p:nvPr>
            <p:ph type="subTitle" idx="5"/>
          </p:nvPr>
        </p:nvSpPr>
        <p:spPr>
          <a:xfrm>
            <a:off x="6140838" y="3889500"/>
            <a:ext cx="2296200" cy="71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8" name="Google Shape;128;p16"/>
          <p:cNvSpPr txBox="1">
            <a:spLocks noGrp="1"/>
          </p:cNvSpPr>
          <p:nvPr>
            <p:ph type="title" idx="6"/>
          </p:nvPr>
        </p:nvSpPr>
        <p:spPr>
          <a:xfrm>
            <a:off x="6140900" y="3466825"/>
            <a:ext cx="2296200" cy="478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29" name="Google Shape;129;p16"/>
          <p:cNvSpPr txBox="1">
            <a:spLocks noGrp="1"/>
          </p:cNvSpPr>
          <p:nvPr>
            <p:ph type="title" idx="7" hasCustomPrompt="1"/>
          </p:nvPr>
        </p:nvSpPr>
        <p:spPr>
          <a:xfrm>
            <a:off x="3427413" y="1321225"/>
            <a:ext cx="2296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Font typeface="Raleway Black"/>
              <a:buNone/>
              <a:defRPr sz="3500" b="0">
                <a:latin typeface="Raleway Black"/>
                <a:ea typeface="Raleway Black"/>
                <a:cs typeface="Raleway Black"/>
                <a:sym typeface="Raleway Black"/>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30" name="Google Shape;130;p16"/>
          <p:cNvSpPr txBox="1">
            <a:spLocks noGrp="1"/>
          </p:cNvSpPr>
          <p:nvPr>
            <p:ph type="subTitle" idx="8"/>
          </p:nvPr>
        </p:nvSpPr>
        <p:spPr>
          <a:xfrm>
            <a:off x="3427400" y="3889500"/>
            <a:ext cx="2296200" cy="71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1" name="Google Shape;131;p16"/>
          <p:cNvSpPr txBox="1">
            <a:spLocks noGrp="1"/>
          </p:cNvSpPr>
          <p:nvPr>
            <p:ph type="title" idx="9"/>
          </p:nvPr>
        </p:nvSpPr>
        <p:spPr>
          <a:xfrm>
            <a:off x="3427463" y="3466825"/>
            <a:ext cx="2296200" cy="478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32" name="Google Shape;132;p16"/>
          <p:cNvSpPr/>
          <p:nvPr/>
        </p:nvSpPr>
        <p:spPr>
          <a:xfrm flipH="1">
            <a:off x="8384100" y="3882200"/>
            <a:ext cx="759900" cy="13308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6"/>
          <p:cNvSpPr/>
          <p:nvPr/>
        </p:nvSpPr>
        <p:spPr>
          <a:xfrm>
            <a:off x="8108832" y="4062307"/>
            <a:ext cx="950729" cy="1104502"/>
          </a:xfrm>
          <a:custGeom>
            <a:avLst/>
            <a:gdLst/>
            <a:ahLst/>
            <a:cxnLst/>
            <a:rect l="l" t="t" r="r" b="b"/>
            <a:pathLst>
              <a:path w="24063" h="27955" extrusionOk="0">
                <a:moveTo>
                  <a:pt x="13663" y="1"/>
                </a:moveTo>
                <a:lnTo>
                  <a:pt x="0" y="27955"/>
                </a:lnTo>
                <a:lnTo>
                  <a:pt x="10420" y="27955"/>
                </a:lnTo>
                <a:lnTo>
                  <a:pt x="240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16"/>
          <p:cNvSpPr/>
          <p:nvPr/>
        </p:nvSpPr>
        <p:spPr>
          <a:xfrm>
            <a:off x="8460152" y="3384440"/>
            <a:ext cx="1129314" cy="1465742"/>
          </a:xfrm>
          <a:custGeom>
            <a:avLst/>
            <a:gdLst/>
            <a:ahLst/>
            <a:cxnLst/>
            <a:rect l="l" t="t" r="r" b="b"/>
            <a:pathLst>
              <a:path w="28583" h="37098" extrusionOk="0">
                <a:moveTo>
                  <a:pt x="18162" y="0"/>
                </a:moveTo>
                <a:lnTo>
                  <a:pt x="13685" y="9144"/>
                </a:lnTo>
                <a:lnTo>
                  <a:pt x="1" y="37098"/>
                </a:lnTo>
                <a:lnTo>
                  <a:pt x="10420" y="37098"/>
                </a:lnTo>
                <a:lnTo>
                  <a:pt x="285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16"/>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16"/>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 name="Google Shape;137;p16"/>
          <p:cNvGrpSpPr/>
          <p:nvPr/>
        </p:nvGrpSpPr>
        <p:grpSpPr>
          <a:xfrm rot="5400000">
            <a:off x="8779416" y="427089"/>
            <a:ext cx="431895" cy="1356369"/>
            <a:chOff x="6385425" y="1587603"/>
            <a:chExt cx="763200" cy="2396836"/>
          </a:xfrm>
        </p:grpSpPr>
        <p:sp>
          <p:nvSpPr>
            <p:cNvPr id="138" name="Google Shape;138;p16"/>
            <p:cNvSpPr/>
            <p:nvPr/>
          </p:nvSpPr>
          <p:spPr>
            <a:xfrm rot="2700000">
              <a:off x="6497193" y="1699372"/>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6"/>
            <p:cNvSpPr/>
            <p:nvPr/>
          </p:nvSpPr>
          <p:spPr>
            <a:xfrm rot="2700000">
              <a:off x="6497193" y="2516182"/>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16"/>
            <p:cNvSpPr/>
            <p:nvPr/>
          </p:nvSpPr>
          <p:spPr>
            <a:xfrm rot="2700000">
              <a:off x="6497193" y="3333007"/>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 name="Google Shape;141;p16"/>
          <p:cNvGrpSpPr/>
          <p:nvPr/>
        </p:nvGrpSpPr>
        <p:grpSpPr>
          <a:xfrm>
            <a:off x="-463762" y="3145863"/>
            <a:ext cx="1281575" cy="238575"/>
            <a:chOff x="1256325" y="2604375"/>
            <a:chExt cx="1281575" cy="238575"/>
          </a:xfrm>
        </p:grpSpPr>
        <p:sp>
          <p:nvSpPr>
            <p:cNvPr id="142" name="Google Shape;142;p16"/>
            <p:cNvSpPr/>
            <p:nvPr/>
          </p:nvSpPr>
          <p:spPr>
            <a:xfrm>
              <a:off x="1256325" y="2604375"/>
              <a:ext cx="285100" cy="238575"/>
            </a:xfrm>
            <a:custGeom>
              <a:avLst/>
              <a:gdLst/>
              <a:ahLst/>
              <a:cxnLst/>
              <a:rect l="l" t="t" r="r" b="b"/>
              <a:pathLst>
                <a:path w="11404" h="9543" extrusionOk="0">
                  <a:moveTo>
                    <a:pt x="9562" y="1"/>
                  </a:moveTo>
                  <a:lnTo>
                    <a:pt x="0"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6"/>
            <p:cNvSpPr/>
            <p:nvPr/>
          </p:nvSpPr>
          <p:spPr>
            <a:xfrm>
              <a:off x="1398600" y="2604375"/>
              <a:ext cx="284575" cy="238575"/>
            </a:xfrm>
            <a:custGeom>
              <a:avLst/>
              <a:gdLst/>
              <a:ahLst/>
              <a:cxnLst/>
              <a:rect l="l" t="t" r="r" b="b"/>
              <a:pathLst>
                <a:path w="11383" h="9543" extrusionOk="0">
                  <a:moveTo>
                    <a:pt x="9563" y="1"/>
                  </a:moveTo>
                  <a:lnTo>
                    <a:pt x="0" y="9542"/>
                  </a:lnTo>
                  <a:lnTo>
                    <a:pt x="1842"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6"/>
            <p:cNvSpPr/>
            <p:nvPr/>
          </p:nvSpPr>
          <p:spPr>
            <a:xfrm>
              <a:off x="1541400"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6"/>
            <p:cNvSpPr/>
            <p:nvPr/>
          </p:nvSpPr>
          <p:spPr>
            <a:xfrm>
              <a:off x="1683150" y="2604375"/>
              <a:ext cx="285125" cy="238575"/>
            </a:xfrm>
            <a:custGeom>
              <a:avLst/>
              <a:gdLst/>
              <a:ahLst/>
              <a:cxnLst/>
              <a:rect l="l" t="t" r="r" b="b"/>
              <a:pathLst>
                <a:path w="11405" h="9543" extrusionOk="0">
                  <a:moveTo>
                    <a:pt x="9584" y="1"/>
                  </a:moveTo>
                  <a:lnTo>
                    <a:pt x="1" y="9542"/>
                  </a:lnTo>
                  <a:lnTo>
                    <a:pt x="1842"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6"/>
            <p:cNvSpPr/>
            <p:nvPr/>
          </p:nvSpPr>
          <p:spPr>
            <a:xfrm>
              <a:off x="1825950" y="2604375"/>
              <a:ext cx="285125" cy="238575"/>
            </a:xfrm>
            <a:custGeom>
              <a:avLst/>
              <a:gdLst/>
              <a:ahLst/>
              <a:cxnLst/>
              <a:rect l="l" t="t" r="r" b="b"/>
              <a:pathLst>
                <a:path w="11405" h="9543" extrusionOk="0">
                  <a:moveTo>
                    <a:pt x="9563" y="1"/>
                  </a:moveTo>
                  <a:lnTo>
                    <a:pt x="1"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6"/>
            <p:cNvSpPr/>
            <p:nvPr/>
          </p:nvSpPr>
          <p:spPr>
            <a:xfrm>
              <a:off x="1968250" y="2604375"/>
              <a:ext cx="285100" cy="238575"/>
            </a:xfrm>
            <a:custGeom>
              <a:avLst/>
              <a:gdLst/>
              <a:ahLst/>
              <a:cxnLst/>
              <a:rect l="l" t="t" r="r" b="b"/>
              <a:pathLst>
                <a:path w="11404" h="9543" extrusionOk="0">
                  <a:moveTo>
                    <a:pt x="9583" y="1"/>
                  </a:moveTo>
                  <a:lnTo>
                    <a:pt x="0" y="9542"/>
                  </a:lnTo>
                  <a:lnTo>
                    <a:pt x="184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16"/>
            <p:cNvSpPr/>
            <p:nvPr/>
          </p:nvSpPr>
          <p:spPr>
            <a:xfrm>
              <a:off x="2111050" y="2604375"/>
              <a:ext cx="284050" cy="238575"/>
            </a:xfrm>
            <a:custGeom>
              <a:avLst/>
              <a:gdLst/>
              <a:ahLst/>
              <a:cxnLst/>
              <a:rect l="l" t="t" r="r" b="b"/>
              <a:pathLst>
                <a:path w="11362" h="9543" extrusionOk="0">
                  <a:moveTo>
                    <a:pt x="9562" y="1"/>
                  </a:moveTo>
                  <a:lnTo>
                    <a:pt x="0" y="9542"/>
                  </a:lnTo>
                  <a:lnTo>
                    <a:pt x="1821" y="9542"/>
                  </a:lnTo>
                  <a:lnTo>
                    <a:pt x="113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6"/>
            <p:cNvSpPr/>
            <p:nvPr/>
          </p:nvSpPr>
          <p:spPr>
            <a:xfrm>
              <a:off x="2253325"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Quote">
  <p:cSld name="CUSTOM_2">
    <p:spTree>
      <p:nvGrpSpPr>
        <p:cNvPr id="1" name="Shape 150"/>
        <p:cNvGrpSpPr/>
        <p:nvPr/>
      </p:nvGrpSpPr>
      <p:grpSpPr>
        <a:xfrm>
          <a:off x="0" y="0"/>
          <a:ext cx="0" cy="0"/>
          <a:chOff x="0" y="0"/>
          <a:chExt cx="0" cy="0"/>
        </a:xfrm>
      </p:grpSpPr>
      <p:sp>
        <p:nvSpPr>
          <p:cNvPr id="151" name="Google Shape;151;p17"/>
          <p:cNvSpPr txBox="1">
            <a:spLocks noGrp="1"/>
          </p:cNvSpPr>
          <p:nvPr>
            <p:ph type="subTitle" idx="1"/>
          </p:nvPr>
        </p:nvSpPr>
        <p:spPr>
          <a:xfrm>
            <a:off x="2427750" y="1493000"/>
            <a:ext cx="4288500" cy="16014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1400"/>
              <a:buNone/>
              <a:defRPr sz="25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52" name="Google Shape;152;p17"/>
          <p:cNvSpPr txBox="1">
            <a:spLocks noGrp="1"/>
          </p:cNvSpPr>
          <p:nvPr>
            <p:ph type="title"/>
          </p:nvPr>
        </p:nvSpPr>
        <p:spPr>
          <a:xfrm>
            <a:off x="2427757" y="3172300"/>
            <a:ext cx="4288500" cy="478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3" name="Google Shape;153;p17"/>
          <p:cNvSpPr/>
          <p:nvPr/>
        </p:nvSpPr>
        <p:spPr>
          <a:xfrm>
            <a:off x="-29109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17"/>
          <p:cNvSpPr/>
          <p:nvPr/>
        </p:nvSpPr>
        <p:spPr>
          <a:xfrm>
            <a:off x="-540787" y="-59400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17"/>
          <p:cNvSpPr/>
          <p:nvPr/>
        </p:nvSpPr>
        <p:spPr>
          <a:xfrm>
            <a:off x="-5756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7"/>
          <p:cNvSpPr/>
          <p:nvPr/>
        </p:nvSpPr>
        <p:spPr>
          <a:xfrm flipH="1">
            <a:off x="7582500" y="1700450"/>
            <a:ext cx="1561500" cy="35127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7"/>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158" name="Google Shape;158;p17"/>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159" name="Google Shape;159;p17"/>
          <p:cNvSpPr/>
          <p:nvPr/>
        </p:nvSpPr>
        <p:spPr>
          <a:xfrm>
            <a:off x="7512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160"/>
        <p:cNvGrpSpPr/>
        <p:nvPr/>
      </p:nvGrpSpPr>
      <p:grpSpPr>
        <a:xfrm>
          <a:off x="0" y="0"/>
          <a:ext cx="0" cy="0"/>
          <a:chOff x="0" y="0"/>
          <a:chExt cx="0" cy="0"/>
        </a:xfrm>
      </p:grpSpPr>
      <p:sp>
        <p:nvSpPr>
          <p:cNvPr id="161" name="Google Shape;161;p18"/>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2" name="Google Shape;162;p18"/>
          <p:cNvSpPr txBox="1">
            <a:spLocks noGrp="1"/>
          </p:cNvSpPr>
          <p:nvPr>
            <p:ph type="title" idx="2"/>
          </p:nvPr>
        </p:nvSpPr>
        <p:spPr>
          <a:xfrm>
            <a:off x="3586900" y="1994250"/>
            <a:ext cx="1970100" cy="828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Raleway SemiBold"/>
              <a:buNone/>
              <a:defRPr sz="2500"/>
            </a:lvl1pPr>
            <a:lvl2pPr lvl="1" rtl="0">
              <a:spcBef>
                <a:spcPts val="0"/>
              </a:spcBef>
              <a:spcAft>
                <a:spcPts val="0"/>
              </a:spcAft>
              <a:buSzPts val="2200"/>
              <a:buNone/>
              <a:defRPr sz="2200"/>
            </a:lvl2pPr>
            <a:lvl3pPr lvl="2" rtl="0">
              <a:spcBef>
                <a:spcPts val="0"/>
              </a:spcBef>
              <a:spcAft>
                <a:spcPts val="0"/>
              </a:spcAft>
              <a:buSzPts val="2200"/>
              <a:buNone/>
              <a:defRPr sz="2200"/>
            </a:lvl3pPr>
            <a:lvl4pPr lvl="3" rtl="0">
              <a:spcBef>
                <a:spcPts val="0"/>
              </a:spcBef>
              <a:spcAft>
                <a:spcPts val="0"/>
              </a:spcAft>
              <a:buSzPts val="2200"/>
              <a:buNone/>
              <a:defRPr sz="2200"/>
            </a:lvl4pPr>
            <a:lvl5pPr lvl="4" rtl="0">
              <a:spcBef>
                <a:spcPts val="0"/>
              </a:spcBef>
              <a:spcAft>
                <a:spcPts val="0"/>
              </a:spcAft>
              <a:buSzPts val="2200"/>
              <a:buNone/>
              <a:defRPr sz="2200"/>
            </a:lvl5pPr>
            <a:lvl6pPr lvl="5" rtl="0">
              <a:spcBef>
                <a:spcPts val="0"/>
              </a:spcBef>
              <a:spcAft>
                <a:spcPts val="0"/>
              </a:spcAft>
              <a:buSzPts val="2200"/>
              <a:buNone/>
              <a:defRPr sz="2200"/>
            </a:lvl6pPr>
            <a:lvl7pPr lvl="6" rtl="0">
              <a:spcBef>
                <a:spcPts val="0"/>
              </a:spcBef>
              <a:spcAft>
                <a:spcPts val="0"/>
              </a:spcAft>
              <a:buSzPts val="2200"/>
              <a:buNone/>
              <a:defRPr sz="2200"/>
            </a:lvl7pPr>
            <a:lvl8pPr lvl="7" rtl="0">
              <a:spcBef>
                <a:spcPts val="0"/>
              </a:spcBef>
              <a:spcAft>
                <a:spcPts val="0"/>
              </a:spcAft>
              <a:buSzPts val="2200"/>
              <a:buNone/>
              <a:defRPr sz="2200"/>
            </a:lvl8pPr>
            <a:lvl9pPr lvl="8" rtl="0">
              <a:spcBef>
                <a:spcPts val="0"/>
              </a:spcBef>
              <a:spcAft>
                <a:spcPts val="0"/>
              </a:spcAft>
              <a:buSzPts val="2200"/>
              <a:buNone/>
              <a:defRPr sz="2200"/>
            </a:lvl9pPr>
          </a:lstStyle>
          <a:p>
            <a:endParaRPr/>
          </a:p>
        </p:txBody>
      </p:sp>
      <p:sp>
        <p:nvSpPr>
          <p:cNvPr id="163" name="Google Shape;163;p18"/>
          <p:cNvSpPr txBox="1">
            <a:spLocks noGrp="1"/>
          </p:cNvSpPr>
          <p:nvPr>
            <p:ph type="title" idx="3" hasCustomPrompt="1"/>
          </p:nvPr>
        </p:nvSpPr>
        <p:spPr>
          <a:xfrm>
            <a:off x="4192000" y="1569625"/>
            <a:ext cx="759900" cy="359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2500"/>
              <a:buNone/>
              <a:defRPr sz="2400" b="0">
                <a:solidFill>
                  <a:schemeClr val="accent2"/>
                </a:solidFill>
                <a:latin typeface="Raleway SemiBold"/>
                <a:ea typeface="Raleway SemiBold"/>
                <a:cs typeface="Raleway SemiBold"/>
                <a:sym typeface="Raleway SemiBold"/>
              </a:defRPr>
            </a:lvl1pPr>
            <a:lvl2pPr lvl="1" algn="ctr" rtl="0">
              <a:spcBef>
                <a:spcPts val="0"/>
              </a:spcBef>
              <a:spcAft>
                <a:spcPts val="0"/>
              </a:spcAft>
              <a:buSzPts val="2500"/>
              <a:buFont typeface="Raleway"/>
              <a:buNone/>
              <a:defRPr sz="2500" b="1">
                <a:latin typeface="Raleway"/>
                <a:ea typeface="Raleway"/>
                <a:cs typeface="Raleway"/>
                <a:sym typeface="Raleway"/>
              </a:defRPr>
            </a:lvl2pPr>
            <a:lvl3pPr lvl="2" algn="ctr" rtl="0">
              <a:spcBef>
                <a:spcPts val="0"/>
              </a:spcBef>
              <a:spcAft>
                <a:spcPts val="0"/>
              </a:spcAft>
              <a:buSzPts val="2500"/>
              <a:buFont typeface="Raleway"/>
              <a:buNone/>
              <a:defRPr sz="2500" b="1">
                <a:latin typeface="Raleway"/>
                <a:ea typeface="Raleway"/>
                <a:cs typeface="Raleway"/>
                <a:sym typeface="Raleway"/>
              </a:defRPr>
            </a:lvl3pPr>
            <a:lvl4pPr lvl="3" algn="ctr" rtl="0">
              <a:spcBef>
                <a:spcPts val="0"/>
              </a:spcBef>
              <a:spcAft>
                <a:spcPts val="0"/>
              </a:spcAft>
              <a:buSzPts val="2500"/>
              <a:buFont typeface="Raleway"/>
              <a:buNone/>
              <a:defRPr sz="2500" b="1">
                <a:latin typeface="Raleway"/>
                <a:ea typeface="Raleway"/>
                <a:cs typeface="Raleway"/>
                <a:sym typeface="Raleway"/>
              </a:defRPr>
            </a:lvl4pPr>
            <a:lvl5pPr lvl="4" algn="ctr" rtl="0">
              <a:spcBef>
                <a:spcPts val="0"/>
              </a:spcBef>
              <a:spcAft>
                <a:spcPts val="0"/>
              </a:spcAft>
              <a:buSzPts val="2500"/>
              <a:buFont typeface="Raleway"/>
              <a:buNone/>
              <a:defRPr sz="2500" b="1">
                <a:latin typeface="Raleway"/>
                <a:ea typeface="Raleway"/>
                <a:cs typeface="Raleway"/>
                <a:sym typeface="Raleway"/>
              </a:defRPr>
            </a:lvl5pPr>
            <a:lvl6pPr lvl="5" algn="ctr" rtl="0">
              <a:spcBef>
                <a:spcPts val="0"/>
              </a:spcBef>
              <a:spcAft>
                <a:spcPts val="0"/>
              </a:spcAft>
              <a:buSzPts val="2500"/>
              <a:buFont typeface="Raleway"/>
              <a:buNone/>
              <a:defRPr sz="2500" b="1">
                <a:latin typeface="Raleway"/>
                <a:ea typeface="Raleway"/>
                <a:cs typeface="Raleway"/>
                <a:sym typeface="Raleway"/>
              </a:defRPr>
            </a:lvl6pPr>
            <a:lvl7pPr lvl="6" algn="ctr" rtl="0">
              <a:spcBef>
                <a:spcPts val="0"/>
              </a:spcBef>
              <a:spcAft>
                <a:spcPts val="0"/>
              </a:spcAft>
              <a:buSzPts val="2500"/>
              <a:buFont typeface="Raleway"/>
              <a:buNone/>
              <a:defRPr sz="2500" b="1">
                <a:latin typeface="Raleway"/>
                <a:ea typeface="Raleway"/>
                <a:cs typeface="Raleway"/>
                <a:sym typeface="Raleway"/>
              </a:defRPr>
            </a:lvl7pPr>
            <a:lvl8pPr lvl="7" algn="ctr" rtl="0">
              <a:spcBef>
                <a:spcPts val="0"/>
              </a:spcBef>
              <a:spcAft>
                <a:spcPts val="0"/>
              </a:spcAft>
              <a:buSzPts val="2500"/>
              <a:buFont typeface="Raleway"/>
              <a:buNone/>
              <a:defRPr sz="2500" b="1">
                <a:latin typeface="Raleway"/>
                <a:ea typeface="Raleway"/>
                <a:cs typeface="Raleway"/>
                <a:sym typeface="Raleway"/>
              </a:defRPr>
            </a:lvl8pPr>
            <a:lvl9pPr lvl="8" algn="ctr" rtl="0">
              <a:spcBef>
                <a:spcPts val="0"/>
              </a:spcBef>
              <a:spcAft>
                <a:spcPts val="0"/>
              </a:spcAft>
              <a:buSzPts val="2500"/>
              <a:buFont typeface="Raleway"/>
              <a:buNone/>
              <a:defRPr sz="2500" b="1">
                <a:latin typeface="Raleway"/>
                <a:ea typeface="Raleway"/>
                <a:cs typeface="Raleway"/>
                <a:sym typeface="Raleway"/>
              </a:defRPr>
            </a:lvl9pPr>
          </a:lstStyle>
          <a:p>
            <a:r>
              <a:t>xx%</a:t>
            </a:r>
          </a:p>
        </p:txBody>
      </p:sp>
      <p:sp>
        <p:nvSpPr>
          <p:cNvPr id="164" name="Google Shape;164;p18"/>
          <p:cNvSpPr txBox="1">
            <a:spLocks noGrp="1"/>
          </p:cNvSpPr>
          <p:nvPr>
            <p:ph type="title" idx="4"/>
          </p:nvPr>
        </p:nvSpPr>
        <p:spPr>
          <a:xfrm>
            <a:off x="5827750" y="1994250"/>
            <a:ext cx="1970100" cy="828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Raleway SemiBold"/>
              <a:buNone/>
              <a:defRPr sz="2500"/>
            </a:lvl1pPr>
            <a:lvl2pPr lvl="1" rtl="0">
              <a:spcBef>
                <a:spcPts val="0"/>
              </a:spcBef>
              <a:spcAft>
                <a:spcPts val="0"/>
              </a:spcAft>
              <a:buSzPts val="2200"/>
              <a:buNone/>
              <a:defRPr sz="2200"/>
            </a:lvl2pPr>
            <a:lvl3pPr lvl="2" rtl="0">
              <a:spcBef>
                <a:spcPts val="0"/>
              </a:spcBef>
              <a:spcAft>
                <a:spcPts val="0"/>
              </a:spcAft>
              <a:buSzPts val="2200"/>
              <a:buNone/>
              <a:defRPr sz="2200"/>
            </a:lvl3pPr>
            <a:lvl4pPr lvl="3" rtl="0">
              <a:spcBef>
                <a:spcPts val="0"/>
              </a:spcBef>
              <a:spcAft>
                <a:spcPts val="0"/>
              </a:spcAft>
              <a:buSzPts val="2200"/>
              <a:buNone/>
              <a:defRPr sz="2200"/>
            </a:lvl4pPr>
            <a:lvl5pPr lvl="4" rtl="0">
              <a:spcBef>
                <a:spcPts val="0"/>
              </a:spcBef>
              <a:spcAft>
                <a:spcPts val="0"/>
              </a:spcAft>
              <a:buSzPts val="2200"/>
              <a:buNone/>
              <a:defRPr sz="2200"/>
            </a:lvl5pPr>
            <a:lvl6pPr lvl="5" rtl="0">
              <a:spcBef>
                <a:spcPts val="0"/>
              </a:spcBef>
              <a:spcAft>
                <a:spcPts val="0"/>
              </a:spcAft>
              <a:buSzPts val="2200"/>
              <a:buNone/>
              <a:defRPr sz="2200"/>
            </a:lvl6pPr>
            <a:lvl7pPr lvl="6" rtl="0">
              <a:spcBef>
                <a:spcPts val="0"/>
              </a:spcBef>
              <a:spcAft>
                <a:spcPts val="0"/>
              </a:spcAft>
              <a:buSzPts val="2200"/>
              <a:buNone/>
              <a:defRPr sz="2200"/>
            </a:lvl7pPr>
            <a:lvl8pPr lvl="7" rtl="0">
              <a:spcBef>
                <a:spcPts val="0"/>
              </a:spcBef>
              <a:spcAft>
                <a:spcPts val="0"/>
              </a:spcAft>
              <a:buSzPts val="2200"/>
              <a:buNone/>
              <a:defRPr sz="2200"/>
            </a:lvl8pPr>
            <a:lvl9pPr lvl="8" rtl="0">
              <a:spcBef>
                <a:spcPts val="0"/>
              </a:spcBef>
              <a:spcAft>
                <a:spcPts val="0"/>
              </a:spcAft>
              <a:buSzPts val="2200"/>
              <a:buNone/>
              <a:defRPr sz="2200"/>
            </a:lvl9pPr>
          </a:lstStyle>
          <a:p>
            <a:endParaRPr/>
          </a:p>
        </p:txBody>
      </p:sp>
      <p:sp>
        <p:nvSpPr>
          <p:cNvPr id="165" name="Google Shape;165;p18"/>
          <p:cNvSpPr txBox="1">
            <a:spLocks noGrp="1"/>
          </p:cNvSpPr>
          <p:nvPr>
            <p:ph type="title" idx="5" hasCustomPrompt="1"/>
          </p:nvPr>
        </p:nvSpPr>
        <p:spPr>
          <a:xfrm>
            <a:off x="6432850" y="1569625"/>
            <a:ext cx="759900" cy="359700"/>
          </a:xfrm>
          <a:prstGeom prst="rect">
            <a:avLst/>
          </a:prstGeom>
          <a:solidFill>
            <a:schemeClr val="accent1"/>
          </a:solidFill>
        </p:spPr>
        <p:txBody>
          <a:bodyPr spcFirstLastPara="1" wrap="square" lIns="91425" tIns="91425" rIns="91425" bIns="91425" anchor="ctr" anchorCtr="0">
            <a:noAutofit/>
          </a:bodyPr>
          <a:lstStyle>
            <a:lvl1pPr lvl="0" algn="ctr" rtl="0">
              <a:spcBef>
                <a:spcPts val="0"/>
              </a:spcBef>
              <a:spcAft>
                <a:spcPts val="0"/>
              </a:spcAft>
              <a:buSzPts val="2500"/>
              <a:buNone/>
              <a:defRPr sz="2400" b="0">
                <a:solidFill>
                  <a:schemeClr val="accent2"/>
                </a:solidFill>
                <a:latin typeface="Raleway SemiBold"/>
                <a:ea typeface="Raleway SemiBold"/>
                <a:cs typeface="Raleway SemiBold"/>
                <a:sym typeface="Raleway SemiBold"/>
              </a:defRPr>
            </a:lvl1pPr>
            <a:lvl2pPr lvl="1" algn="ctr" rtl="0">
              <a:spcBef>
                <a:spcPts val="0"/>
              </a:spcBef>
              <a:spcAft>
                <a:spcPts val="0"/>
              </a:spcAft>
              <a:buSzPts val="2500"/>
              <a:buFont typeface="Raleway"/>
              <a:buNone/>
              <a:defRPr sz="2500" b="1">
                <a:latin typeface="Raleway"/>
                <a:ea typeface="Raleway"/>
                <a:cs typeface="Raleway"/>
                <a:sym typeface="Raleway"/>
              </a:defRPr>
            </a:lvl2pPr>
            <a:lvl3pPr lvl="2" algn="ctr" rtl="0">
              <a:spcBef>
                <a:spcPts val="0"/>
              </a:spcBef>
              <a:spcAft>
                <a:spcPts val="0"/>
              </a:spcAft>
              <a:buSzPts val="2500"/>
              <a:buFont typeface="Raleway"/>
              <a:buNone/>
              <a:defRPr sz="2500" b="1">
                <a:latin typeface="Raleway"/>
                <a:ea typeface="Raleway"/>
                <a:cs typeface="Raleway"/>
                <a:sym typeface="Raleway"/>
              </a:defRPr>
            </a:lvl3pPr>
            <a:lvl4pPr lvl="3" algn="ctr" rtl="0">
              <a:spcBef>
                <a:spcPts val="0"/>
              </a:spcBef>
              <a:spcAft>
                <a:spcPts val="0"/>
              </a:spcAft>
              <a:buSzPts val="2500"/>
              <a:buFont typeface="Raleway"/>
              <a:buNone/>
              <a:defRPr sz="2500" b="1">
                <a:latin typeface="Raleway"/>
                <a:ea typeface="Raleway"/>
                <a:cs typeface="Raleway"/>
                <a:sym typeface="Raleway"/>
              </a:defRPr>
            </a:lvl4pPr>
            <a:lvl5pPr lvl="4" algn="ctr" rtl="0">
              <a:spcBef>
                <a:spcPts val="0"/>
              </a:spcBef>
              <a:spcAft>
                <a:spcPts val="0"/>
              </a:spcAft>
              <a:buSzPts val="2500"/>
              <a:buFont typeface="Raleway"/>
              <a:buNone/>
              <a:defRPr sz="2500" b="1">
                <a:latin typeface="Raleway"/>
                <a:ea typeface="Raleway"/>
                <a:cs typeface="Raleway"/>
                <a:sym typeface="Raleway"/>
              </a:defRPr>
            </a:lvl5pPr>
            <a:lvl6pPr lvl="5" algn="ctr" rtl="0">
              <a:spcBef>
                <a:spcPts val="0"/>
              </a:spcBef>
              <a:spcAft>
                <a:spcPts val="0"/>
              </a:spcAft>
              <a:buSzPts val="2500"/>
              <a:buFont typeface="Raleway"/>
              <a:buNone/>
              <a:defRPr sz="2500" b="1">
                <a:latin typeface="Raleway"/>
                <a:ea typeface="Raleway"/>
                <a:cs typeface="Raleway"/>
                <a:sym typeface="Raleway"/>
              </a:defRPr>
            </a:lvl6pPr>
            <a:lvl7pPr lvl="6" algn="ctr" rtl="0">
              <a:spcBef>
                <a:spcPts val="0"/>
              </a:spcBef>
              <a:spcAft>
                <a:spcPts val="0"/>
              </a:spcAft>
              <a:buSzPts val="2500"/>
              <a:buFont typeface="Raleway"/>
              <a:buNone/>
              <a:defRPr sz="2500" b="1">
                <a:latin typeface="Raleway"/>
                <a:ea typeface="Raleway"/>
                <a:cs typeface="Raleway"/>
                <a:sym typeface="Raleway"/>
              </a:defRPr>
            </a:lvl7pPr>
            <a:lvl8pPr lvl="7" algn="ctr" rtl="0">
              <a:spcBef>
                <a:spcPts val="0"/>
              </a:spcBef>
              <a:spcAft>
                <a:spcPts val="0"/>
              </a:spcAft>
              <a:buSzPts val="2500"/>
              <a:buFont typeface="Raleway"/>
              <a:buNone/>
              <a:defRPr sz="2500" b="1">
                <a:latin typeface="Raleway"/>
                <a:ea typeface="Raleway"/>
                <a:cs typeface="Raleway"/>
                <a:sym typeface="Raleway"/>
              </a:defRPr>
            </a:lvl8pPr>
            <a:lvl9pPr lvl="8" algn="ctr" rtl="0">
              <a:spcBef>
                <a:spcPts val="0"/>
              </a:spcBef>
              <a:spcAft>
                <a:spcPts val="0"/>
              </a:spcAft>
              <a:buSzPts val="2500"/>
              <a:buFont typeface="Raleway"/>
              <a:buNone/>
              <a:defRPr sz="2500" b="1">
                <a:latin typeface="Raleway"/>
                <a:ea typeface="Raleway"/>
                <a:cs typeface="Raleway"/>
                <a:sym typeface="Raleway"/>
              </a:defRPr>
            </a:lvl9pPr>
          </a:lstStyle>
          <a:p>
            <a:r>
              <a:t>xx%</a:t>
            </a:r>
          </a:p>
        </p:txBody>
      </p:sp>
      <p:sp>
        <p:nvSpPr>
          <p:cNvPr id="166" name="Google Shape;166;p18"/>
          <p:cNvSpPr txBox="1">
            <a:spLocks noGrp="1"/>
          </p:cNvSpPr>
          <p:nvPr>
            <p:ph type="title" idx="6"/>
          </p:nvPr>
        </p:nvSpPr>
        <p:spPr>
          <a:xfrm>
            <a:off x="1346050" y="1994250"/>
            <a:ext cx="1970100" cy="828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Raleway SemiBold"/>
              <a:buNone/>
              <a:defRPr sz="2500"/>
            </a:lvl1pPr>
            <a:lvl2pPr lvl="1" rtl="0">
              <a:spcBef>
                <a:spcPts val="0"/>
              </a:spcBef>
              <a:spcAft>
                <a:spcPts val="0"/>
              </a:spcAft>
              <a:buSzPts val="2200"/>
              <a:buNone/>
              <a:defRPr sz="2200"/>
            </a:lvl2pPr>
            <a:lvl3pPr lvl="2" rtl="0">
              <a:spcBef>
                <a:spcPts val="0"/>
              </a:spcBef>
              <a:spcAft>
                <a:spcPts val="0"/>
              </a:spcAft>
              <a:buSzPts val="2200"/>
              <a:buNone/>
              <a:defRPr sz="2200"/>
            </a:lvl3pPr>
            <a:lvl4pPr lvl="3" rtl="0">
              <a:spcBef>
                <a:spcPts val="0"/>
              </a:spcBef>
              <a:spcAft>
                <a:spcPts val="0"/>
              </a:spcAft>
              <a:buSzPts val="2200"/>
              <a:buNone/>
              <a:defRPr sz="2200"/>
            </a:lvl4pPr>
            <a:lvl5pPr lvl="4" rtl="0">
              <a:spcBef>
                <a:spcPts val="0"/>
              </a:spcBef>
              <a:spcAft>
                <a:spcPts val="0"/>
              </a:spcAft>
              <a:buSzPts val="2200"/>
              <a:buNone/>
              <a:defRPr sz="2200"/>
            </a:lvl5pPr>
            <a:lvl6pPr lvl="5" rtl="0">
              <a:spcBef>
                <a:spcPts val="0"/>
              </a:spcBef>
              <a:spcAft>
                <a:spcPts val="0"/>
              </a:spcAft>
              <a:buSzPts val="2200"/>
              <a:buNone/>
              <a:defRPr sz="2200"/>
            </a:lvl6pPr>
            <a:lvl7pPr lvl="6" rtl="0">
              <a:spcBef>
                <a:spcPts val="0"/>
              </a:spcBef>
              <a:spcAft>
                <a:spcPts val="0"/>
              </a:spcAft>
              <a:buSzPts val="2200"/>
              <a:buNone/>
              <a:defRPr sz="2200"/>
            </a:lvl7pPr>
            <a:lvl8pPr lvl="7" rtl="0">
              <a:spcBef>
                <a:spcPts val="0"/>
              </a:spcBef>
              <a:spcAft>
                <a:spcPts val="0"/>
              </a:spcAft>
              <a:buSzPts val="2200"/>
              <a:buNone/>
              <a:defRPr sz="2200"/>
            </a:lvl8pPr>
            <a:lvl9pPr lvl="8" rtl="0">
              <a:spcBef>
                <a:spcPts val="0"/>
              </a:spcBef>
              <a:spcAft>
                <a:spcPts val="0"/>
              </a:spcAft>
              <a:buSzPts val="2200"/>
              <a:buNone/>
              <a:defRPr sz="2200"/>
            </a:lvl9pPr>
          </a:lstStyle>
          <a:p>
            <a:endParaRPr/>
          </a:p>
        </p:txBody>
      </p:sp>
      <p:sp>
        <p:nvSpPr>
          <p:cNvPr id="167" name="Google Shape;167;p18"/>
          <p:cNvSpPr txBox="1">
            <a:spLocks noGrp="1"/>
          </p:cNvSpPr>
          <p:nvPr>
            <p:ph type="title" idx="7" hasCustomPrompt="1"/>
          </p:nvPr>
        </p:nvSpPr>
        <p:spPr>
          <a:xfrm>
            <a:off x="1951150" y="1569625"/>
            <a:ext cx="759900" cy="359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2500"/>
              <a:buNone/>
              <a:defRPr sz="2400" b="0">
                <a:solidFill>
                  <a:schemeClr val="accent2"/>
                </a:solidFill>
                <a:latin typeface="Raleway SemiBold"/>
                <a:ea typeface="Raleway SemiBold"/>
                <a:cs typeface="Raleway SemiBold"/>
                <a:sym typeface="Raleway SemiBold"/>
              </a:defRPr>
            </a:lvl1pPr>
            <a:lvl2pPr lvl="1" algn="ctr" rtl="0">
              <a:spcBef>
                <a:spcPts val="0"/>
              </a:spcBef>
              <a:spcAft>
                <a:spcPts val="0"/>
              </a:spcAft>
              <a:buSzPts val="2500"/>
              <a:buFont typeface="Raleway"/>
              <a:buNone/>
              <a:defRPr sz="2500" b="1">
                <a:latin typeface="Raleway"/>
                <a:ea typeface="Raleway"/>
                <a:cs typeface="Raleway"/>
                <a:sym typeface="Raleway"/>
              </a:defRPr>
            </a:lvl2pPr>
            <a:lvl3pPr lvl="2" algn="ctr" rtl="0">
              <a:spcBef>
                <a:spcPts val="0"/>
              </a:spcBef>
              <a:spcAft>
                <a:spcPts val="0"/>
              </a:spcAft>
              <a:buSzPts val="2500"/>
              <a:buFont typeface="Raleway"/>
              <a:buNone/>
              <a:defRPr sz="2500" b="1">
                <a:latin typeface="Raleway"/>
                <a:ea typeface="Raleway"/>
                <a:cs typeface="Raleway"/>
                <a:sym typeface="Raleway"/>
              </a:defRPr>
            </a:lvl3pPr>
            <a:lvl4pPr lvl="3" algn="ctr" rtl="0">
              <a:spcBef>
                <a:spcPts val="0"/>
              </a:spcBef>
              <a:spcAft>
                <a:spcPts val="0"/>
              </a:spcAft>
              <a:buSzPts val="2500"/>
              <a:buFont typeface="Raleway"/>
              <a:buNone/>
              <a:defRPr sz="2500" b="1">
                <a:latin typeface="Raleway"/>
                <a:ea typeface="Raleway"/>
                <a:cs typeface="Raleway"/>
                <a:sym typeface="Raleway"/>
              </a:defRPr>
            </a:lvl4pPr>
            <a:lvl5pPr lvl="4" algn="ctr" rtl="0">
              <a:spcBef>
                <a:spcPts val="0"/>
              </a:spcBef>
              <a:spcAft>
                <a:spcPts val="0"/>
              </a:spcAft>
              <a:buSzPts val="2500"/>
              <a:buFont typeface="Raleway"/>
              <a:buNone/>
              <a:defRPr sz="2500" b="1">
                <a:latin typeface="Raleway"/>
                <a:ea typeface="Raleway"/>
                <a:cs typeface="Raleway"/>
                <a:sym typeface="Raleway"/>
              </a:defRPr>
            </a:lvl5pPr>
            <a:lvl6pPr lvl="5" algn="ctr" rtl="0">
              <a:spcBef>
                <a:spcPts val="0"/>
              </a:spcBef>
              <a:spcAft>
                <a:spcPts val="0"/>
              </a:spcAft>
              <a:buSzPts val="2500"/>
              <a:buFont typeface="Raleway"/>
              <a:buNone/>
              <a:defRPr sz="2500" b="1">
                <a:latin typeface="Raleway"/>
                <a:ea typeface="Raleway"/>
                <a:cs typeface="Raleway"/>
                <a:sym typeface="Raleway"/>
              </a:defRPr>
            </a:lvl6pPr>
            <a:lvl7pPr lvl="6" algn="ctr" rtl="0">
              <a:spcBef>
                <a:spcPts val="0"/>
              </a:spcBef>
              <a:spcAft>
                <a:spcPts val="0"/>
              </a:spcAft>
              <a:buSzPts val="2500"/>
              <a:buFont typeface="Raleway"/>
              <a:buNone/>
              <a:defRPr sz="2500" b="1">
                <a:latin typeface="Raleway"/>
                <a:ea typeface="Raleway"/>
                <a:cs typeface="Raleway"/>
                <a:sym typeface="Raleway"/>
              </a:defRPr>
            </a:lvl7pPr>
            <a:lvl8pPr lvl="7" algn="ctr" rtl="0">
              <a:spcBef>
                <a:spcPts val="0"/>
              </a:spcBef>
              <a:spcAft>
                <a:spcPts val="0"/>
              </a:spcAft>
              <a:buSzPts val="2500"/>
              <a:buFont typeface="Raleway"/>
              <a:buNone/>
              <a:defRPr sz="2500" b="1">
                <a:latin typeface="Raleway"/>
                <a:ea typeface="Raleway"/>
                <a:cs typeface="Raleway"/>
                <a:sym typeface="Raleway"/>
              </a:defRPr>
            </a:lvl8pPr>
            <a:lvl9pPr lvl="8" algn="ctr" rtl="0">
              <a:spcBef>
                <a:spcPts val="0"/>
              </a:spcBef>
              <a:spcAft>
                <a:spcPts val="0"/>
              </a:spcAft>
              <a:buSzPts val="2500"/>
              <a:buFont typeface="Raleway"/>
              <a:buNone/>
              <a:defRPr sz="2500" b="1">
                <a:latin typeface="Raleway"/>
                <a:ea typeface="Raleway"/>
                <a:cs typeface="Raleway"/>
                <a:sym typeface="Raleway"/>
              </a:defRPr>
            </a:lvl9pPr>
          </a:lstStyle>
          <a:p>
            <a:r>
              <a:t>xx%</a:t>
            </a:r>
          </a:p>
        </p:txBody>
      </p:sp>
      <p:sp>
        <p:nvSpPr>
          <p:cNvPr id="168" name="Google Shape;168;p18"/>
          <p:cNvSpPr txBox="1">
            <a:spLocks noGrp="1"/>
          </p:cNvSpPr>
          <p:nvPr>
            <p:ph type="title" idx="8"/>
          </p:nvPr>
        </p:nvSpPr>
        <p:spPr>
          <a:xfrm>
            <a:off x="3586900" y="3767825"/>
            <a:ext cx="1970100" cy="828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Raleway SemiBold"/>
              <a:buNone/>
              <a:defRPr sz="2500"/>
            </a:lvl1pPr>
            <a:lvl2pPr lvl="1" rtl="0">
              <a:spcBef>
                <a:spcPts val="0"/>
              </a:spcBef>
              <a:spcAft>
                <a:spcPts val="0"/>
              </a:spcAft>
              <a:buSzPts val="2200"/>
              <a:buNone/>
              <a:defRPr sz="2200"/>
            </a:lvl2pPr>
            <a:lvl3pPr lvl="2" rtl="0">
              <a:spcBef>
                <a:spcPts val="0"/>
              </a:spcBef>
              <a:spcAft>
                <a:spcPts val="0"/>
              </a:spcAft>
              <a:buSzPts val="2200"/>
              <a:buNone/>
              <a:defRPr sz="2200"/>
            </a:lvl3pPr>
            <a:lvl4pPr lvl="3" rtl="0">
              <a:spcBef>
                <a:spcPts val="0"/>
              </a:spcBef>
              <a:spcAft>
                <a:spcPts val="0"/>
              </a:spcAft>
              <a:buSzPts val="2200"/>
              <a:buNone/>
              <a:defRPr sz="2200"/>
            </a:lvl4pPr>
            <a:lvl5pPr lvl="4" rtl="0">
              <a:spcBef>
                <a:spcPts val="0"/>
              </a:spcBef>
              <a:spcAft>
                <a:spcPts val="0"/>
              </a:spcAft>
              <a:buSzPts val="2200"/>
              <a:buNone/>
              <a:defRPr sz="2200"/>
            </a:lvl5pPr>
            <a:lvl6pPr lvl="5" rtl="0">
              <a:spcBef>
                <a:spcPts val="0"/>
              </a:spcBef>
              <a:spcAft>
                <a:spcPts val="0"/>
              </a:spcAft>
              <a:buSzPts val="2200"/>
              <a:buNone/>
              <a:defRPr sz="2200"/>
            </a:lvl6pPr>
            <a:lvl7pPr lvl="6" rtl="0">
              <a:spcBef>
                <a:spcPts val="0"/>
              </a:spcBef>
              <a:spcAft>
                <a:spcPts val="0"/>
              </a:spcAft>
              <a:buSzPts val="2200"/>
              <a:buNone/>
              <a:defRPr sz="2200"/>
            </a:lvl7pPr>
            <a:lvl8pPr lvl="7" rtl="0">
              <a:spcBef>
                <a:spcPts val="0"/>
              </a:spcBef>
              <a:spcAft>
                <a:spcPts val="0"/>
              </a:spcAft>
              <a:buSzPts val="2200"/>
              <a:buNone/>
              <a:defRPr sz="2200"/>
            </a:lvl8pPr>
            <a:lvl9pPr lvl="8" rtl="0">
              <a:spcBef>
                <a:spcPts val="0"/>
              </a:spcBef>
              <a:spcAft>
                <a:spcPts val="0"/>
              </a:spcAft>
              <a:buSzPts val="2200"/>
              <a:buNone/>
              <a:defRPr sz="2200"/>
            </a:lvl9pPr>
          </a:lstStyle>
          <a:p>
            <a:endParaRPr/>
          </a:p>
        </p:txBody>
      </p:sp>
      <p:sp>
        <p:nvSpPr>
          <p:cNvPr id="169" name="Google Shape;169;p18"/>
          <p:cNvSpPr txBox="1">
            <a:spLocks noGrp="1"/>
          </p:cNvSpPr>
          <p:nvPr>
            <p:ph type="title" idx="9" hasCustomPrompt="1"/>
          </p:nvPr>
        </p:nvSpPr>
        <p:spPr>
          <a:xfrm>
            <a:off x="4192000" y="3343200"/>
            <a:ext cx="759900" cy="359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2500"/>
              <a:buNone/>
              <a:defRPr sz="2400" b="0">
                <a:solidFill>
                  <a:schemeClr val="accent2"/>
                </a:solidFill>
                <a:latin typeface="Raleway SemiBold"/>
                <a:ea typeface="Raleway SemiBold"/>
                <a:cs typeface="Raleway SemiBold"/>
                <a:sym typeface="Raleway SemiBold"/>
              </a:defRPr>
            </a:lvl1pPr>
            <a:lvl2pPr lvl="1" algn="ctr" rtl="0">
              <a:spcBef>
                <a:spcPts val="0"/>
              </a:spcBef>
              <a:spcAft>
                <a:spcPts val="0"/>
              </a:spcAft>
              <a:buSzPts val="2500"/>
              <a:buFont typeface="Raleway"/>
              <a:buNone/>
              <a:defRPr sz="2500" b="1">
                <a:latin typeface="Raleway"/>
                <a:ea typeface="Raleway"/>
                <a:cs typeface="Raleway"/>
                <a:sym typeface="Raleway"/>
              </a:defRPr>
            </a:lvl2pPr>
            <a:lvl3pPr lvl="2" algn="ctr" rtl="0">
              <a:spcBef>
                <a:spcPts val="0"/>
              </a:spcBef>
              <a:spcAft>
                <a:spcPts val="0"/>
              </a:spcAft>
              <a:buSzPts val="2500"/>
              <a:buFont typeface="Raleway"/>
              <a:buNone/>
              <a:defRPr sz="2500" b="1">
                <a:latin typeface="Raleway"/>
                <a:ea typeface="Raleway"/>
                <a:cs typeface="Raleway"/>
                <a:sym typeface="Raleway"/>
              </a:defRPr>
            </a:lvl3pPr>
            <a:lvl4pPr lvl="3" algn="ctr" rtl="0">
              <a:spcBef>
                <a:spcPts val="0"/>
              </a:spcBef>
              <a:spcAft>
                <a:spcPts val="0"/>
              </a:spcAft>
              <a:buSzPts val="2500"/>
              <a:buFont typeface="Raleway"/>
              <a:buNone/>
              <a:defRPr sz="2500" b="1">
                <a:latin typeface="Raleway"/>
                <a:ea typeface="Raleway"/>
                <a:cs typeface="Raleway"/>
                <a:sym typeface="Raleway"/>
              </a:defRPr>
            </a:lvl4pPr>
            <a:lvl5pPr lvl="4" algn="ctr" rtl="0">
              <a:spcBef>
                <a:spcPts val="0"/>
              </a:spcBef>
              <a:spcAft>
                <a:spcPts val="0"/>
              </a:spcAft>
              <a:buSzPts val="2500"/>
              <a:buFont typeface="Raleway"/>
              <a:buNone/>
              <a:defRPr sz="2500" b="1">
                <a:latin typeface="Raleway"/>
                <a:ea typeface="Raleway"/>
                <a:cs typeface="Raleway"/>
                <a:sym typeface="Raleway"/>
              </a:defRPr>
            </a:lvl5pPr>
            <a:lvl6pPr lvl="5" algn="ctr" rtl="0">
              <a:spcBef>
                <a:spcPts val="0"/>
              </a:spcBef>
              <a:spcAft>
                <a:spcPts val="0"/>
              </a:spcAft>
              <a:buSzPts val="2500"/>
              <a:buFont typeface="Raleway"/>
              <a:buNone/>
              <a:defRPr sz="2500" b="1">
                <a:latin typeface="Raleway"/>
                <a:ea typeface="Raleway"/>
                <a:cs typeface="Raleway"/>
                <a:sym typeface="Raleway"/>
              </a:defRPr>
            </a:lvl6pPr>
            <a:lvl7pPr lvl="6" algn="ctr" rtl="0">
              <a:spcBef>
                <a:spcPts val="0"/>
              </a:spcBef>
              <a:spcAft>
                <a:spcPts val="0"/>
              </a:spcAft>
              <a:buSzPts val="2500"/>
              <a:buFont typeface="Raleway"/>
              <a:buNone/>
              <a:defRPr sz="2500" b="1">
                <a:latin typeface="Raleway"/>
                <a:ea typeface="Raleway"/>
                <a:cs typeface="Raleway"/>
                <a:sym typeface="Raleway"/>
              </a:defRPr>
            </a:lvl7pPr>
            <a:lvl8pPr lvl="7" algn="ctr" rtl="0">
              <a:spcBef>
                <a:spcPts val="0"/>
              </a:spcBef>
              <a:spcAft>
                <a:spcPts val="0"/>
              </a:spcAft>
              <a:buSzPts val="2500"/>
              <a:buFont typeface="Raleway"/>
              <a:buNone/>
              <a:defRPr sz="2500" b="1">
                <a:latin typeface="Raleway"/>
                <a:ea typeface="Raleway"/>
                <a:cs typeface="Raleway"/>
                <a:sym typeface="Raleway"/>
              </a:defRPr>
            </a:lvl8pPr>
            <a:lvl9pPr lvl="8" algn="ctr" rtl="0">
              <a:spcBef>
                <a:spcPts val="0"/>
              </a:spcBef>
              <a:spcAft>
                <a:spcPts val="0"/>
              </a:spcAft>
              <a:buSzPts val="2500"/>
              <a:buFont typeface="Raleway"/>
              <a:buNone/>
              <a:defRPr sz="2500" b="1">
                <a:latin typeface="Raleway"/>
                <a:ea typeface="Raleway"/>
                <a:cs typeface="Raleway"/>
                <a:sym typeface="Raleway"/>
              </a:defRPr>
            </a:lvl9pPr>
          </a:lstStyle>
          <a:p>
            <a:r>
              <a:t>xx%</a:t>
            </a:r>
          </a:p>
        </p:txBody>
      </p:sp>
      <p:sp>
        <p:nvSpPr>
          <p:cNvPr id="170" name="Google Shape;170;p18"/>
          <p:cNvSpPr txBox="1">
            <a:spLocks noGrp="1"/>
          </p:cNvSpPr>
          <p:nvPr>
            <p:ph type="title" idx="13"/>
          </p:nvPr>
        </p:nvSpPr>
        <p:spPr>
          <a:xfrm>
            <a:off x="5827750" y="3767825"/>
            <a:ext cx="1970100" cy="828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Raleway SemiBold"/>
              <a:buNone/>
              <a:defRPr sz="2500"/>
            </a:lvl1pPr>
            <a:lvl2pPr lvl="1" rtl="0">
              <a:spcBef>
                <a:spcPts val="0"/>
              </a:spcBef>
              <a:spcAft>
                <a:spcPts val="0"/>
              </a:spcAft>
              <a:buSzPts val="2200"/>
              <a:buNone/>
              <a:defRPr sz="2200"/>
            </a:lvl2pPr>
            <a:lvl3pPr lvl="2" rtl="0">
              <a:spcBef>
                <a:spcPts val="0"/>
              </a:spcBef>
              <a:spcAft>
                <a:spcPts val="0"/>
              </a:spcAft>
              <a:buSzPts val="2200"/>
              <a:buNone/>
              <a:defRPr sz="2200"/>
            </a:lvl3pPr>
            <a:lvl4pPr lvl="3" rtl="0">
              <a:spcBef>
                <a:spcPts val="0"/>
              </a:spcBef>
              <a:spcAft>
                <a:spcPts val="0"/>
              </a:spcAft>
              <a:buSzPts val="2200"/>
              <a:buNone/>
              <a:defRPr sz="2200"/>
            </a:lvl4pPr>
            <a:lvl5pPr lvl="4" rtl="0">
              <a:spcBef>
                <a:spcPts val="0"/>
              </a:spcBef>
              <a:spcAft>
                <a:spcPts val="0"/>
              </a:spcAft>
              <a:buSzPts val="2200"/>
              <a:buNone/>
              <a:defRPr sz="2200"/>
            </a:lvl5pPr>
            <a:lvl6pPr lvl="5" rtl="0">
              <a:spcBef>
                <a:spcPts val="0"/>
              </a:spcBef>
              <a:spcAft>
                <a:spcPts val="0"/>
              </a:spcAft>
              <a:buSzPts val="2200"/>
              <a:buNone/>
              <a:defRPr sz="2200"/>
            </a:lvl6pPr>
            <a:lvl7pPr lvl="6" rtl="0">
              <a:spcBef>
                <a:spcPts val="0"/>
              </a:spcBef>
              <a:spcAft>
                <a:spcPts val="0"/>
              </a:spcAft>
              <a:buSzPts val="2200"/>
              <a:buNone/>
              <a:defRPr sz="2200"/>
            </a:lvl7pPr>
            <a:lvl8pPr lvl="7" rtl="0">
              <a:spcBef>
                <a:spcPts val="0"/>
              </a:spcBef>
              <a:spcAft>
                <a:spcPts val="0"/>
              </a:spcAft>
              <a:buSzPts val="2200"/>
              <a:buNone/>
              <a:defRPr sz="2200"/>
            </a:lvl8pPr>
            <a:lvl9pPr lvl="8" rtl="0">
              <a:spcBef>
                <a:spcPts val="0"/>
              </a:spcBef>
              <a:spcAft>
                <a:spcPts val="0"/>
              </a:spcAft>
              <a:buSzPts val="2200"/>
              <a:buNone/>
              <a:defRPr sz="2200"/>
            </a:lvl9pPr>
          </a:lstStyle>
          <a:p>
            <a:endParaRPr/>
          </a:p>
        </p:txBody>
      </p:sp>
      <p:sp>
        <p:nvSpPr>
          <p:cNvPr id="171" name="Google Shape;171;p18"/>
          <p:cNvSpPr txBox="1">
            <a:spLocks noGrp="1"/>
          </p:cNvSpPr>
          <p:nvPr>
            <p:ph type="title" idx="14" hasCustomPrompt="1"/>
          </p:nvPr>
        </p:nvSpPr>
        <p:spPr>
          <a:xfrm>
            <a:off x="6432850" y="3343200"/>
            <a:ext cx="759900" cy="359700"/>
          </a:xfrm>
          <a:prstGeom prst="rect">
            <a:avLst/>
          </a:prstGeom>
          <a:solidFill>
            <a:schemeClr val="accent1"/>
          </a:solidFill>
        </p:spPr>
        <p:txBody>
          <a:bodyPr spcFirstLastPara="1" wrap="square" lIns="91425" tIns="91425" rIns="91425" bIns="91425" anchor="ctr" anchorCtr="0">
            <a:noAutofit/>
          </a:bodyPr>
          <a:lstStyle>
            <a:lvl1pPr lvl="0" algn="ctr" rtl="0">
              <a:spcBef>
                <a:spcPts val="0"/>
              </a:spcBef>
              <a:spcAft>
                <a:spcPts val="0"/>
              </a:spcAft>
              <a:buSzPts val="2500"/>
              <a:buNone/>
              <a:defRPr sz="2400" b="0">
                <a:solidFill>
                  <a:schemeClr val="accent2"/>
                </a:solidFill>
                <a:latin typeface="Raleway SemiBold"/>
                <a:ea typeface="Raleway SemiBold"/>
                <a:cs typeface="Raleway SemiBold"/>
                <a:sym typeface="Raleway SemiBold"/>
              </a:defRPr>
            </a:lvl1pPr>
            <a:lvl2pPr lvl="1" algn="ctr" rtl="0">
              <a:spcBef>
                <a:spcPts val="0"/>
              </a:spcBef>
              <a:spcAft>
                <a:spcPts val="0"/>
              </a:spcAft>
              <a:buSzPts val="2500"/>
              <a:buFont typeface="Raleway"/>
              <a:buNone/>
              <a:defRPr sz="2500" b="1">
                <a:latin typeface="Raleway"/>
                <a:ea typeface="Raleway"/>
                <a:cs typeface="Raleway"/>
                <a:sym typeface="Raleway"/>
              </a:defRPr>
            </a:lvl2pPr>
            <a:lvl3pPr lvl="2" algn="ctr" rtl="0">
              <a:spcBef>
                <a:spcPts val="0"/>
              </a:spcBef>
              <a:spcAft>
                <a:spcPts val="0"/>
              </a:spcAft>
              <a:buSzPts val="2500"/>
              <a:buFont typeface="Raleway"/>
              <a:buNone/>
              <a:defRPr sz="2500" b="1">
                <a:latin typeface="Raleway"/>
                <a:ea typeface="Raleway"/>
                <a:cs typeface="Raleway"/>
                <a:sym typeface="Raleway"/>
              </a:defRPr>
            </a:lvl3pPr>
            <a:lvl4pPr lvl="3" algn="ctr" rtl="0">
              <a:spcBef>
                <a:spcPts val="0"/>
              </a:spcBef>
              <a:spcAft>
                <a:spcPts val="0"/>
              </a:spcAft>
              <a:buSzPts val="2500"/>
              <a:buFont typeface="Raleway"/>
              <a:buNone/>
              <a:defRPr sz="2500" b="1">
                <a:latin typeface="Raleway"/>
                <a:ea typeface="Raleway"/>
                <a:cs typeface="Raleway"/>
                <a:sym typeface="Raleway"/>
              </a:defRPr>
            </a:lvl4pPr>
            <a:lvl5pPr lvl="4" algn="ctr" rtl="0">
              <a:spcBef>
                <a:spcPts val="0"/>
              </a:spcBef>
              <a:spcAft>
                <a:spcPts val="0"/>
              </a:spcAft>
              <a:buSzPts val="2500"/>
              <a:buFont typeface="Raleway"/>
              <a:buNone/>
              <a:defRPr sz="2500" b="1">
                <a:latin typeface="Raleway"/>
                <a:ea typeface="Raleway"/>
                <a:cs typeface="Raleway"/>
                <a:sym typeface="Raleway"/>
              </a:defRPr>
            </a:lvl5pPr>
            <a:lvl6pPr lvl="5" algn="ctr" rtl="0">
              <a:spcBef>
                <a:spcPts val="0"/>
              </a:spcBef>
              <a:spcAft>
                <a:spcPts val="0"/>
              </a:spcAft>
              <a:buSzPts val="2500"/>
              <a:buFont typeface="Raleway"/>
              <a:buNone/>
              <a:defRPr sz="2500" b="1">
                <a:latin typeface="Raleway"/>
                <a:ea typeface="Raleway"/>
                <a:cs typeface="Raleway"/>
                <a:sym typeface="Raleway"/>
              </a:defRPr>
            </a:lvl6pPr>
            <a:lvl7pPr lvl="6" algn="ctr" rtl="0">
              <a:spcBef>
                <a:spcPts val="0"/>
              </a:spcBef>
              <a:spcAft>
                <a:spcPts val="0"/>
              </a:spcAft>
              <a:buSzPts val="2500"/>
              <a:buFont typeface="Raleway"/>
              <a:buNone/>
              <a:defRPr sz="2500" b="1">
                <a:latin typeface="Raleway"/>
                <a:ea typeface="Raleway"/>
                <a:cs typeface="Raleway"/>
                <a:sym typeface="Raleway"/>
              </a:defRPr>
            </a:lvl7pPr>
            <a:lvl8pPr lvl="7" algn="ctr" rtl="0">
              <a:spcBef>
                <a:spcPts val="0"/>
              </a:spcBef>
              <a:spcAft>
                <a:spcPts val="0"/>
              </a:spcAft>
              <a:buSzPts val="2500"/>
              <a:buFont typeface="Raleway"/>
              <a:buNone/>
              <a:defRPr sz="2500" b="1">
                <a:latin typeface="Raleway"/>
                <a:ea typeface="Raleway"/>
                <a:cs typeface="Raleway"/>
                <a:sym typeface="Raleway"/>
              </a:defRPr>
            </a:lvl8pPr>
            <a:lvl9pPr lvl="8" algn="ctr" rtl="0">
              <a:spcBef>
                <a:spcPts val="0"/>
              </a:spcBef>
              <a:spcAft>
                <a:spcPts val="0"/>
              </a:spcAft>
              <a:buSzPts val="2500"/>
              <a:buFont typeface="Raleway"/>
              <a:buNone/>
              <a:defRPr sz="2500" b="1">
                <a:latin typeface="Raleway"/>
                <a:ea typeface="Raleway"/>
                <a:cs typeface="Raleway"/>
                <a:sym typeface="Raleway"/>
              </a:defRPr>
            </a:lvl9pPr>
          </a:lstStyle>
          <a:p>
            <a:r>
              <a:t>xx%</a:t>
            </a:r>
          </a:p>
        </p:txBody>
      </p:sp>
      <p:sp>
        <p:nvSpPr>
          <p:cNvPr id="172" name="Google Shape;172;p18"/>
          <p:cNvSpPr txBox="1">
            <a:spLocks noGrp="1"/>
          </p:cNvSpPr>
          <p:nvPr>
            <p:ph type="title" idx="15"/>
          </p:nvPr>
        </p:nvSpPr>
        <p:spPr>
          <a:xfrm>
            <a:off x="1346050" y="3767825"/>
            <a:ext cx="1970100" cy="828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Raleway SemiBold"/>
              <a:buNone/>
              <a:defRPr sz="2500"/>
            </a:lvl1pPr>
            <a:lvl2pPr lvl="1" rtl="0">
              <a:spcBef>
                <a:spcPts val="0"/>
              </a:spcBef>
              <a:spcAft>
                <a:spcPts val="0"/>
              </a:spcAft>
              <a:buSzPts val="2200"/>
              <a:buNone/>
              <a:defRPr sz="2200"/>
            </a:lvl2pPr>
            <a:lvl3pPr lvl="2" rtl="0">
              <a:spcBef>
                <a:spcPts val="0"/>
              </a:spcBef>
              <a:spcAft>
                <a:spcPts val="0"/>
              </a:spcAft>
              <a:buSzPts val="2200"/>
              <a:buNone/>
              <a:defRPr sz="2200"/>
            </a:lvl3pPr>
            <a:lvl4pPr lvl="3" rtl="0">
              <a:spcBef>
                <a:spcPts val="0"/>
              </a:spcBef>
              <a:spcAft>
                <a:spcPts val="0"/>
              </a:spcAft>
              <a:buSzPts val="2200"/>
              <a:buNone/>
              <a:defRPr sz="2200"/>
            </a:lvl4pPr>
            <a:lvl5pPr lvl="4" rtl="0">
              <a:spcBef>
                <a:spcPts val="0"/>
              </a:spcBef>
              <a:spcAft>
                <a:spcPts val="0"/>
              </a:spcAft>
              <a:buSzPts val="2200"/>
              <a:buNone/>
              <a:defRPr sz="2200"/>
            </a:lvl5pPr>
            <a:lvl6pPr lvl="5" rtl="0">
              <a:spcBef>
                <a:spcPts val="0"/>
              </a:spcBef>
              <a:spcAft>
                <a:spcPts val="0"/>
              </a:spcAft>
              <a:buSzPts val="2200"/>
              <a:buNone/>
              <a:defRPr sz="2200"/>
            </a:lvl6pPr>
            <a:lvl7pPr lvl="6" rtl="0">
              <a:spcBef>
                <a:spcPts val="0"/>
              </a:spcBef>
              <a:spcAft>
                <a:spcPts val="0"/>
              </a:spcAft>
              <a:buSzPts val="2200"/>
              <a:buNone/>
              <a:defRPr sz="2200"/>
            </a:lvl7pPr>
            <a:lvl8pPr lvl="7" rtl="0">
              <a:spcBef>
                <a:spcPts val="0"/>
              </a:spcBef>
              <a:spcAft>
                <a:spcPts val="0"/>
              </a:spcAft>
              <a:buSzPts val="2200"/>
              <a:buNone/>
              <a:defRPr sz="2200"/>
            </a:lvl8pPr>
            <a:lvl9pPr lvl="8" rtl="0">
              <a:spcBef>
                <a:spcPts val="0"/>
              </a:spcBef>
              <a:spcAft>
                <a:spcPts val="0"/>
              </a:spcAft>
              <a:buSzPts val="2200"/>
              <a:buNone/>
              <a:defRPr sz="2200"/>
            </a:lvl9pPr>
          </a:lstStyle>
          <a:p>
            <a:endParaRPr/>
          </a:p>
        </p:txBody>
      </p:sp>
      <p:sp>
        <p:nvSpPr>
          <p:cNvPr id="173" name="Google Shape;173;p18"/>
          <p:cNvSpPr txBox="1">
            <a:spLocks noGrp="1"/>
          </p:cNvSpPr>
          <p:nvPr>
            <p:ph type="title" idx="16" hasCustomPrompt="1"/>
          </p:nvPr>
        </p:nvSpPr>
        <p:spPr>
          <a:xfrm>
            <a:off x="1951150" y="3343200"/>
            <a:ext cx="759900" cy="359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2500"/>
              <a:buNone/>
              <a:defRPr sz="2400" b="0">
                <a:solidFill>
                  <a:schemeClr val="accent2"/>
                </a:solidFill>
                <a:latin typeface="Raleway SemiBold"/>
                <a:ea typeface="Raleway SemiBold"/>
                <a:cs typeface="Raleway SemiBold"/>
                <a:sym typeface="Raleway SemiBold"/>
              </a:defRPr>
            </a:lvl1pPr>
            <a:lvl2pPr lvl="1" algn="ctr" rtl="0">
              <a:spcBef>
                <a:spcPts val="0"/>
              </a:spcBef>
              <a:spcAft>
                <a:spcPts val="0"/>
              </a:spcAft>
              <a:buSzPts val="2500"/>
              <a:buFont typeface="Raleway"/>
              <a:buNone/>
              <a:defRPr sz="2500" b="1">
                <a:latin typeface="Raleway"/>
                <a:ea typeface="Raleway"/>
                <a:cs typeface="Raleway"/>
                <a:sym typeface="Raleway"/>
              </a:defRPr>
            </a:lvl2pPr>
            <a:lvl3pPr lvl="2" algn="ctr" rtl="0">
              <a:spcBef>
                <a:spcPts val="0"/>
              </a:spcBef>
              <a:spcAft>
                <a:spcPts val="0"/>
              </a:spcAft>
              <a:buSzPts val="2500"/>
              <a:buFont typeface="Raleway"/>
              <a:buNone/>
              <a:defRPr sz="2500" b="1">
                <a:latin typeface="Raleway"/>
                <a:ea typeface="Raleway"/>
                <a:cs typeface="Raleway"/>
                <a:sym typeface="Raleway"/>
              </a:defRPr>
            </a:lvl3pPr>
            <a:lvl4pPr lvl="3" algn="ctr" rtl="0">
              <a:spcBef>
                <a:spcPts val="0"/>
              </a:spcBef>
              <a:spcAft>
                <a:spcPts val="0"/>
              </a:spcAft>
              <a:buSzPts val="2500"/>
              <a:buFont typeface="Raleway"/>
              <a:buNone/>
              <a:defRPr sz="2500" b="1">
                <a:latin typeface="Raleway"/>
                <a:ea typeface="Raleway"/>
                <a:cs typeface="Raleway"/>
                <a:sym typeface="Raleway"/>
              </a:defRPr>
            </a:lvl4pPr>
            <a:lvl5pPr lvl="4" algn="ctr" rtl="0">
              <a:spcBef>
                <a:spcPts val="0"/>
              </a:spcBef>
              <a:spcAft>
                <a:spcPts val="0"/>
              </a:spcAft>
              <a:buSzPts val="2500"/>
              <a:buFont typeface="Raleway"/>
              <a:buNone/>
              <a:defRPr sz="2500" b="1">
                <a:latin typeface="Raleway"/>
                <a:ea typeface="Raleway"/>
                <a:cs typeface="Raleway"/>
                <a:sym typeface="Raleway"/>
              </a:defRPr>
            </a:lvl5pPr>
            <a:lvl6pPr lvl="5" algn="ctr" rtl="0">
              <a:spcBef>
                <a:spcPts val="0"/>
              </a:spcBef>
              <a:spcAft>
                <a:spcPts val="0"/>
              </a:spcAft>
              <a:buSzPts val="2500"/>
              <a:buFont typeface="Raleway"/>
              <a:buNone/>
              <a:defRPr sz="2500" b="1">
                <a:latin typeface="Raleway"/>
                <a:ea typeface="Raleway"/>
                <a:cs typeface="Raleway"/>
                <a:sym typeface="Raleway"/>
              </a:defRPr>
            </a:lvl6pPr>
            <a:lvl7pPr lvl="6" algn="ctr" rtl="0">
              <a:spcBef>
                <a:spcPts val="0"/>
              </a:spcBef>
              <a:spcAft>
                <a:spcPts val="0"/>
              </a:spcAft>
              <a:buSzPts val="2500"/>
              <a:buFont typeface="Raleway"/>
              <a:buNone/>
              <a:defRPr sz="2500" b="1">
                <a:latin typeface="Raleway"/>
                <a:ea typeface="Raleway"/>
                <a:cs typeface="Raleway"/>
                <a:sym typeface="Raleway"/>
              </a:defRPr>
            </a:lvl7pPr>
            <a:lvl8pPr lvl="7" algn="ctr" rtl="0">
              <a:spcBef>
                <a:spcPts val="0"/>
              </a:spcBef>
              <a:spcAft>
                <a:spcPts val="0"/>
              </a:spcAft>
              <a:buSzPts val="2500"/>
              <a:buFont typeface="Raleway"/>
              <a:buNone/>
              <a:defRPr sz="2500" b="1">
                <a:latin typeface="Raleway"/>
                <a:ea typeface="Raleway"/>
                <a:cs typeface="Raleway"/>
                <a:sym typeface="Raleway"/>
              </a:defRPr>
            </a:lvl8pPr>
            <a:lvl9pPr lvl="8" algn="ctr" rtl="0">
              <a:spcBef>
                <a:spcPts val="0"/>
              </a:spcBef>
              <a:spcAft>
                <a:spcPts val="0"/>
              </a:spcAft>
              <a:buSzPts val="2500"/>
              <a:buFont typeface="Raleway"/>
              <a:buNone/>
              <a:defRPr sz="2500" b="1">
                <a:latin typeface="Raleway"/>
                <a:ea typeface="Raleway"/>
                <a:cs typeface="Raleway"/>
                <a:sym typeface="Raleway"/>
              </a:defRPr>
            </a:lvl9pPr>
          </a:lstStyle>
          <a:p>
            <a:r>
              <a:t>xx%</a:t>
            </a:r>
          </a:p>
        </p:txBody>
      </p:sp>
      <p:sp>
        <p:nvSpPr>
          <p:cNvPr id="174" name="Google Shape;174;p18"/>
          <p:cNvSpPr/>
          <p:nvPr/>
        </p:nvSpPr>
        <p:spPr>
          <a:xfrm flipH="1">
            <a:off x="8384100" y="3882200"/>
            <a:ext cx="759900" cy="13308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8"/>
          <p:cNvSpPr/>
          <p:nvPr/>
        </p:nvSpPr>
        <p:spPr>
          <a:xfrm>
            <a:off x="8108832" y="4062307"/>
            <a:ext cx="950729" cy="1104502"/>
          </a:xfrm>
          <a:custGeom>
            <a:avLst/>
            <a:gdLst/>
            <a:ahLst/>
            <a:cxnLst/>
            <a:rect l="l" t="t" r="r" b="b"/>
            <a:pathLst>
              <a:path w="24063" h="27955" extrusionOk="0">
                <a:moveTo>
                  <a:pt x="13663" y="1"/>
                </a:moveTo>
                <a:lnTo>
                  <a:pt x="0" y="27955"/>
                </a:lnTo>
                <a:lnTo>
                  <a:pt x="10420" y="27955"/>
                </a:lnTo>
                <a:lnTo>
                  <a:pt x="240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8"/>
          <p:cNvSpPr/>
          <p:nvPr/>
        </p:nvSpPr>
        <p:spPr>
          <a:xfrm>
            <a:off x="8460152" y="3384440"/>
            <a:ext cx="1129314" cy="1465742"/>
          </a:xfrm>
          <a:custGeom>
            <a:avLst/>
            <a:gdLst/>
            <a:ahLst/>
            <a:cxnLst/>
            <a:rect l="l" t="t" r="r" b="b"/>
            <a:pathLst>
              <a:path w="28583" h="37098" extrusionOk="0">
                <a:moveTo>
                  <a:pt x="18162" y="0"/>
                </a:moveTo>
                <a:lnTo>
                  <a:pt x="13685" y="9144"/>
                </a:lnTo>
                <a:lnTo>
                  <a:pt x="1" y="37098"/>
                </a:lnTo>
                <a:lnTo>
                  <a:pt x="10420" y="37098"/>
                </a:lnTo>
                <a:lnTo>
                  <a:pt x="285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8"/>
          <p:cNvSpPr/>
          <p:nvPr/>
        </p:nvSpPr>
        <p:spPr>
          <a:xfrm>
            <a:off x="-29109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18"/>
          <p:cNvSpPr/>
          <p:nvPr/>
        </p:nvSpPr>
        <p:spPr>
          <a:xfrm>
            <a:off x="-540787" y="-59400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18"/>
          <p:cNvSpPr/>
          <p:nvPr/>
        </p:nvSpPr>
        <p:spPr>
          <a:xfrm>
            <a:off x="-5756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0" name="Google Shape;180;p18"/>
          <p:cNvGrpSpPr/>
          <p:nvPr/>
        </p:nvGrpSpPr>
        <p:grpSpPr>
          <a:xfrm>
            <a:off x="-176025" y="421359"/>
            <a:ext cx="889977" cy="238576"/>
            <a:chOff x="7243375" y="540647"/>
            <a:chExt cx="889977" cy="238576"/>
          </a:xfrm>
        </p:grpSpPr>
        <p:sp>
          <p:nvSpPr>
            <p:cNvPr id="181" name="Google Shape;181;p18"/>
            <p:cNvSpPr/>
            <p:nvPr/>
          </p:nvSpPr>
          <p:spPr>
            <a:xfrm>
              <a:off x="7243375"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18"/>
            <p:cNvSpPr/>
            <p:nvPr/>
          </p:nvSpPr>
          <p:spPr>
            <a:xfrm>
              <a:off x="7446413"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18"/>
            <p:cNvSpPr/>
            <p:nvPr/>
          </p:nvSpPr>
          <p:spPr>
            <a:xfrm>
              <a:off x="7648670" y="540647"/>
              <a:ext cx="79787" cy="79806"/>
            </a:xfrm>
            <a:custGeom>
              <a:avLst/>
              <a:gdLst/>
              <a:ahLst/>
              <a:cxnLst/>
              <a:rect l="l" t="t" r="r" b="b"/>
              <a:pathLst>
                <a:path w="4185" h="4186" extrusionOk="0">
                  <a:moveTo>
                    <a:pt x="2092" y="1"/>
                  </a:moveTo>
                  <a:cubicBezTo>
                    <a:pt x="942" y="1"/>
                    <a:pt x="0" y="942"/>
                    <a:pt x="0" y="2093"/>
                  </a:cubicBezTo>
                  <a:cubicBezTo>
                    <a:pt x="0" y="3244"/>
                    <a:pt x="942" y="4185"/>
                    <a:pt x="2092" y="4185"/>
                  </a:cubicBezTo>
                  <a:cubicBezTo>
                    <a:pt x="3243" y="4185"/>
                    <a:pt x="4185" y="3244"/>
                    <a:pt x="4185" y="2093"/>
                  </a:cubicBezTo>
                  <a:cubicBezTo>
                    <a:pt x="4185" y="942"/>
                    <a:pt x="3243" y="1"/>
                    <a:pt x="20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18"/>
            <p:cNvSpPr/>
            <p:nvPr/>
          </p:nvSpPr>
          <p:spPr>
            <a:xfrm>
              <a:off x="7851308" y="540647"/>
              <a:ext cx="79787" cy="79806"/>
            </a:xfrm>
            <a:custGeom>
              <a:avLst/>
              <a:gdLst/>
              <a:ahLst/>
              <a:cxnLst/>
              <a:rect l="l" t="t" r="r" b="b"/>
              <a:pathLst>
                <a:path w="4185" h="4186" extrusionOk="0">
                  <a:moveTo>
                    <a:pt x="2093" y="1"/>
                  </a:moveTo>
                  <a:cubicBezTo>
                    <a:pt x="942" y="1"/>
                    <a:pt x="0" y="942"/>
                    <a:pt x="0" y="2093"/>
                  </a:cubicBezTo>
                  <a:cubicBezTo>
                    <a:pt x="0" y="3244"/>
                    <a:pt x="942" y="4185"/>
                    <a:pt x="2093" y="4185"/>
                  </a:cubicBezTo>
                  <a:cubicBezTo>
                    <a:pt x="3243" y="4185"/>
                    <a:pt x="4185" y="3244"/>
                    <a:pt x="4185" y="2093"/>
                  </a:cubicBezTo>
                  <a:cubicBezTo>
                    <a:pt x="4185" y="942"/>
                    <a:pt x="3243"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8"/>
            <p:cNvSpPr/>
            <p:nvPr/>
          </p:nvSpPr>
          <p:spPr>
            <a:xfrm>
              <a:off x="8053546"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5" y="3244"/>
                    <a:pt x="4185" y="2093"/>
                  </a:cubicBezTo>
                  <a:cubicBezTo>
                    <a:pt x="4185"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8"/>
            <p:cNvSpPr/>
            <p:nvPr/>
          </p:nvSpPr>
          <p:spPr>
            <a:xfrm>
              <a:off x="7243375"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8"/>
            <p:cNvSpPr/>
            <p:nvPr/>
          </p:nvSpPr>
          <p:spPr>
            <a:xfrm>
              <a:off x="7446413"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8"/>
            <p:cNvSpPr/>
            <p:nvPr/>
          </p:nvSpPr>
          <p:spPr>
            <a:xfrm>
              <a:off x="7648670" y="699417"/>
              <a:ext cx="79787" cy="79806"/>
            </a:xfrm>
            <a:custGeom>
              <a:avLst/>
              <a:gdLst/>
              <a:ahLst/>
              <a:cxnLst/>
              <a:rect l="l" t="t" r="r" b="b"/>
              <a:pathLst>
                <a:path w="4185" h="4186" extrusionOk="0">
                  <a:moveTo>
                    <a:pt x="2092" y="0"/>
                  </a:moveTo>
                  <a:cubicBezTo>
                    <a:pt x="942" y="0"/>
                    <a:pt x="0" y="942"/>
                    <a:pt x="0" y="2093"/>
                  </a:cubicBezTo>
                  <a:cubicBezTo>
                    <a:pt x="0" y="3244"/>
                    <a:pt x="942" y="4185"/>
                    <a:pt x="2092" y="4185"/>
                  </a:cubicBezTo>
                  <a:cubicBezTo>
                    <a:pt x="3243" y="4185"/>
                    <a:pt x="4185" y="3244"/>
                    <a:pt x="4185" y="2093"/>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8"/>
            <p:cNvSpPr/>
            <p:nvPr/>
          </p:nvSpPr>
          <p:spPr>
            <a:xfrm>
              <a:off x="7851308" y="699417"/>
              <a:ext cx="79787" cy="79806"/>
            </a:xfrm>
            <a:custGeom>
              <a:avLst/>
              <a:gdLst/>
              <a:ahLst/>
              <a:cxnLst/>
              <a:rect l="l" t="t" r="r" b="b"/>
              <a:pathLst>
                <a:path w="4185" h="4186" extrusionOk="0">
                  <a:moveTo>
                    <a:pt x="2093" y="0"/>
                  </a:moveTo>
                  <a:cubicBezTo>
                    <a:pt x="942" y="0"/>
                    <a:pt x="0" y="942"/>
                    <a:pt x="0" y="2093"/>
                  </a:cubicBezTo>
                  <a:cubicBezTo>
                    <a:pt x="0" y="3244"/>
                    <a:pt x="942" y="4185"/>
                    <a:pt x="2093" y="4185"/>
                  </a:cubicBezTo>
                  <a:cubicBezTo>
                    <a:pt x="3243" y="4185"/>
                    <a:pt x="4185" y="3244"/>
                    <a:pt x="4185" y="2093"/>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8"/>
            <p:cNvSpPr/>
            <p:nvPr/>
          </p:nvSpPr>
          <p:spPr>
            <a:xfrm>
              <a:off x="8053546"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5" y="3244"/>
                    <a:pt x="4185" y="2093"/>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CUSTOM_1">
    <p:spTree>
      <p:nvGrpSpPr>
        <p:cNvPr id="1" name="Shape 191"/>
        <p:cNvGrpSpPr/>
        <p:nvPr/>
      </p:nvGrpSpPr>
      <p:grpSpPr>
        <a:xfrm>
          <a:off x="0" y="0"/>
          <a:ext cx="0" cy="0"/>
          <a:chOff x="0" y="0"/>
          <a:chExt cx="0" cy="0"/>
        </a:xfrm>
      </p:grpSpPr>
      <p:sp>
        <p:nvSpPr>
          <p:cNvPr id="192" name="Google Shape;192;p19"/>
          <p:cNvSpPr/>
          <p:nvPr/>
        </p:nvSpPr>
        <p:spPr>
          <a:xfrm>
            <a:off x="-29109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9"/>
          <p:cNvSpPr/>
          <p:nvPr/>
        </p:nvSpPr>
        <p:spPr>
          <a:xfrm>
            <a:off x="-540787" y="-59400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19"/>
          <p:cNvSpPr/>
          <p:nvPr/>
        </p:nvSpPr>
        <p:spPr>
          <a:xfrm>
            <a:off x="-5756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9"/>
          <p:cNvSpPr/>
          <p:nvPr/>
        </p:nvSpPr>
        <p:spPr>
          <a:xfrm flipH="1">
            <a:off x="73995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9"/>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9"/>
          <p:cNvSpPr/>
          <p:nvPr/>
        </p:nvSpPr>
        <p:spPr>
          <a:xfrm>
            <a:off x="7512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txBox="1">
            <a:spLocks noGrp="1"/>
          </p:cNvSpPr>
          <p:nvPr>
            <p:ph type="title"/>
          </p:nvPr>
        </p:nvSpPr>
        <p:spPr>
          <a:xfrm>
            <a:off x="1456200" y="540650"/>
            <a:ext cx="6973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9" name="Google Shape;199;p19"/>
          <p:cNvSpPr txBox="1">
            <a:spLocks noGrp="1"/>
          </p:cNvSpPr>
          <p:nvPr>
            <p:ph type="subTitle" idx="1"/>
          </p:nvPr>
        </p:nvSpPr>
        <p:spPr>
          <a:xfrm>
            <a:off x="1456125" y="2435850"/>
            <a:ext cx="2782800" cy="141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0" name="Google Shape;200;p19"/>
          <p:cNvSpPr txBox="1">
            <a:spLocks noGrp="1"/>
          </p:cNvSpPr>
          <p:nvPr>
            <p:ph type="subTitle" idx="2"/>
          </p:nvPr>
        </p:nvSpPr>
        <p:spPr>
          <a:xfrm>
            <a:off x="4553053" y="2435850"/>
            <a:ext cx="2782800" cy="141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1" name="Google Shape;201;p19"/>
          <p:cNvSpPr txBox="1">
            <a:spLocks noGrp="1"/>
          </p:cNvSpPr>
          <p:nvPr>
            <p:ph type="title" idx="3"/>
          </p:nvPr>
        </p:nvSpPr>
        <p:spPr>
          <a:xfrm>
            <a:off x="1456189" y="1822675"/>
            <a:ext cx="27828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2" name="Google Shape;202;p19"/>
          <p:cNvSpPr txBox="1">
            <a:spLocks noGrp="1"/>
          </p:cNvSpPr>
          <p:nvPr>
            <p:ph type="title" idx="4"/>
          </p:nvPr>
        </p:nvSpPr>
        <p:spPr>
          <a:xfrm>
            <a:off x="4553187" y="1822675"/>
            <a:ext cx="27828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2">
  <p:cSld name="CUSTOM_1_2">
    <p:spTree>
      <p:nvGrpSpPr>
        <p:cNvPr id="1" name="Shape 203"/>
        <p:cNvGrpSpPr/>
        <p:nvPr/>
      </p:nvGrpSpPr>
      <p:grpSpPr>
        <a:xfrm>
          <a:off x="0" y="0"/>
          <a:ext cx="0" cy="0"/>
          <a:chOff x="0" y="0"/>
          <a:chExt cx="0" cy="0"/>
        </a:xfrm>
      </p:grpSpPr>
      <p:sp>
        <p:nvSpPr>
          <p:cNvPr id="204" name="Google Shape;204;p20"/>
          <p:cNvSpPr/>
          <p:nvPr/>
        </p:nvSpPr>
        <p:spPr>
          <a:xfrm>
            <a:off x="-32919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0"/>
          <p:cNvSpPr/>
          <p:nvPr/>
        </p:nvSpPr>
        <p:spPr>
          <a:xfrm>
            <a:off x="-921787" y="-59400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0"/>
          <p:cNvSpPr/>
          <p:nvPr/>
        </p:nvSpPr>
        <p:spPr>
          <a:xfrm flipH="1">
            <a:off x="77805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0"/>
          <p:cNvSpPr/>
          <p:nvPr/>
        </p:nvSpPr>
        <p:spPr>
          <a:xfrm>
            <a:off x="7505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0"/>
          <p:cNvSpPr/>
          <p:nvPr/>
        </p:nvSpPr>
        <p:spPr>
          <a:xfrm>
            <a:off x="7893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0"/>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0" name="Google Shape;210;p20"/>
          <p:cNvSpPr txBox="1">
            <a:spLocks noGrp="1"/>
          </p:cNvSpPr>
          <p:nvPr>
            <p:ph type="subTitle" idx="1"/>
          </p:nvPr>
        </p:nvSpPr>
        <p:spPr>
          <a:xfrm>
            <a:off x="2146800" y="2555075"/>
            <a:ext cx="2389200" cy="73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1" name="Google Shape;211;p20"/>
          <p:cNvSpPr txBox="1">
            <a:spLocks noGrp="1"/>
          </p:cNvSpPr>
          <p:nvPr>
            <p:ph type="title" idx="2"/>
          </p:nvPr>
        </p:nvSpPr>
        <p:spPr>
          <a:xfrm>
            <a:off x="2146855" y="1941900"/>
            <a:ext cx="23892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2" name="Google Shape;212;p20"/>
          <p:cNvSpPr>
            <a:spLocks noGrp="1"/>
          </p:cNvSpPr>
          <p:nvPr>
            <p:ph type="pic" idx="3"/>
          </p:nvPr>
        </p:nvSpPr>
        <p:spPr>
          <a:xfrm>
            <a:off x="713950" y="1849050"/>
            <a:ext cx="1372500" cy="1445400"/>
          </a:xfrm>
          <a:prstGeom prst="rect">
            <a:avLst/>
          </a:prstGeom>
          <a:noFill/>
          <a:ln>
            <a:noFill/>
          </a:ln>
        </p:spPr>
      </p:sp>
      <p:sp>
        <p:nvSpPr>
          <p:cNvPr id="213" name="Google Shape;213;p20"/>
          <p:cNvSpPr txBox="1">
            <a:spLocks noGrp="1"/>
          </p:cNvSpPr>
          <p:nvPr>
            <p:ph type="subTitle" idx="4"/>
          </p:nvPr>
        </p:nvSpPr>
        <p:spPr>
          <a:xfrm>
            <a:off x="6040700" y="2555075"/>
            <a:ext cx="2389200" cy="73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4" name="Google Shape;214;p20"/>
          <p:cNvSpPr txBox="1">
            <a:spLocks noGrp="1"/>
          </p:cNvSpPr>
          <p:nvPr>
            <p:ph type="title" idx="5"/>
          </p:nvPr>
        </p:nvSpPr>
        <p:spPr>
          <a:xfrm>
            <a:off x="6040755" y="1941900"/>
            <a:ext cx="23892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5" name="Google Shape;215;p20"/>
          <p:cNvSpPr>
            <a:spLocks noGrp="1"/>
          </p:cNvSpPr>
          <p:nvPr>
            <p:ph type="pic" idx="6"/>
          </p:nvPr>
        </p:nvSpPr>
        <p:spPr>
          <a:xfrm>
            <a:off x="4607850" y="1849050"/>
            <a:ext cx="1372500" cy="1445400"/>
          </a:xfrm>
          <a:prstGeom prst="rect">
            <a:avLst/>
          </a:prstGeom>
          <a:noFill/>
          <a:ln>
            <a:no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p:cSld name="CUSTOM_1_1">
    <p:spTree>
      <p:nvGrpSpPr>
        <p:cNvPr id="1" name="Shape 216"/>
        <p:cNvGrpSpPr/>
        <p:nvPr/>
      </p:nvGrpSpPr>
      <p:grpSpPr>
        <a:xfrm>
          <a:off x="0" y="0"/>
          <a:ext cx="0" cy="0"/>
          <a:chOff x="0" y="0"/>
          <a:chExt cx="0" cy="0"/>
        </a:xfrm>
      </p:grpSpPr>
      <p:sp>
        <p:nvSpPr>
          <p:cNvPr id="217" name="Google Shape;217;p21"/>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8" name="Google Shape;218;p21"/>
          <p:cNvSpPr txBox="1">
            <a:spLocks noGrp="1"/>
          </p:cNvSpPr>
          <p:nvPr>
            <p:ph type="subTitle" idx="1"/>
          </p:nvPr>
        </p:nvSpPr>
        <p:spPr>
          <a:xfrm>
            <a:off x="714050" y="2368675"/>
            <a:ext cx="2388600" cy="124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9" name="Google Shape;219;p21"/>
          <p:cNvSpPr txBox="1">
            <a:spLocks noGrp="1"/>
          </p:cNvSpPr>
          <p:nvPr>
            <p:ph type="subTitle" idx="2"/>
          </p:nvPr>
        </p:nvSpPr>
        <p:spPr>
          <a:xfrm>
            <a:off x="3372376" y="2368675"/>
            <a:ext cx="2388600" cy="124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0" name="Google Shape;220;p21"/>
          <p:cNvSpPr txBox="1">
            <a:spLocks noGrp="1"/>
          </p:cNvSpPr>
          <p:nvPr>
            <p:ph type="title" idx="3"/>
          </p:nvPr>
        </p:nvSpPr>
        <p:spPr>
          <a:xfrm>
            <a:off x="714115" y="1831700"/>
            <a:ext cx="23886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1" name="Google Shape;221;p21"/>
          <p:cNvSpPr txBox="1">
            <a:spLocks noGrp="1"/>
          </p:cNvSpPr>
          <p:nvPr>
            <p:ph type="title" idx="4"/>
          </p:nvPr>
        </p:nvSpPr>
        <p:spPr>
          <a:xfrm>
            <a:off x="3372495" y="1831700"/>
            <a:ext cx="23886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2" name="Google Shape;222;p21"/>
          <p:cNvSpPr txBox="1">
            <a:spLocks noGrp="1"/>
          </p:cNvSpPr>
          <p:nvPr>
            <p:ph type="subTitle" idx="5"/>
          </p:nvPr>
        </p:nvSpPr>
        <p:spPr>
          <a:xfrm>
            <a:off x="6027450" y="2368675"/>
            <a:ext cx="2388600" cy="124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3" name="Google Shape;223;p21"/>
          <p:cNvSpPr txBox="1">
            <a:spLocks noGrp="1"/>
          </p:cNvSpPr>
          <p:nvPr>
            <p:ph type="title" idx="6"/>
          </p:nvPr>
        </p:nvSpPr>
        <p:spPr>
          <a:xfrm>
            <a:off x="6027570" y="1831700"/>
            <a:ext cx="23886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4" name="Google Shape;224;p21"/>
          <p:cNvSpPr/>
          <p:nvPr/>
        </p:nvSpPr>
        <p:spPr>
          <a:xfrm flipH="1">
            <a:off x="8175900" y="3386000"/>
            <a:ext cx="968100" cy="18270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1"/>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1"/>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1"/>
          <p:cNvSpPr/>
          <p:nvPr/>
        </p:nvSpPr>
        <p:spPr>
          <a:xfrm>
            <a:off x="8046075" y="27311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CUSTOM_1_1_1">
    <p:spTree>
      <p:nvGrpSpPr>
        <p:cNvPr id="1" name="Shape 228"/>
        <p:cNvGrpSpPr/>
        <p:nvPr/>
      </p:nvGrpSpPr>
      <p:grpSpPr>
        <a:xfrm>
          <a:off x="0" y="0"/>
          <a:ext cx="0" cy="0"/>
          <a:chOff x="0" y="0"/>
          <a:chExt cx="0" cy="0"/>
        </a:xfrm>
      </p:grpSpPr>
      <p:sp>
        <p:nvSpPr>
          <p:cNvPr id="229" name="Google Shape;229;p22"/>
          <p:cNvSpPr/>
          <p:nvPr/>
        </p:nvSpPr>
        <p:spPr>
          <a:xfrm>
            <a:off x="-30633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2"/>
          <p:cNvSpPr/>
          <p:nvPr/>
        </p:nvSpPr>
        <p:spPr>
          <a:xfrm>
            <a:off x="-693187" y="-59400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2"/>
          <p:cNvSpPr/>
          <p:nvPr/>
        </p:nvSpPr>
        <p:spPr>
          <a:xfrm>
            <a:off x="-7280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2"/>
          <p:cNvSpPr/>
          <p:nvPr/>
        </p:nvSpPr>
        <p:spPr>
          <a:xfrm>
            <a:off x="216250" y="2293100"/>
            <a:ext cx="361800" cy="36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2"/>
          <p:cNvSpPr txBox="1">
            <a:spLocks noGrp="1"/>
          </p:cNvSpPr>
          <p:nvPr>
            <p:ph type="title"/>
          </p:nvPr>
        </p:nvSpPr>
        <p:spPr>
          <a:xfrm>
            <a:off x="1278675" y="540650"/>
            <a:ext cx="71514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4" name="Google Shape;234;p22"/>
          <p:cNvSpPr txBox="1">
            <a:spLocks noGrp="1"/>
          </p:cNvSpPr>
          <p:nvPr>
            <p:ph type="subTitle" idx="1"/>
          </p:nvPr>
        </p:nvSpPr>
        <p:spPr>
          <a:xfrm>
            <a:off x="1278600" y="3670800"/>
            <a:ext cx="3117300" cy="932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35" name="Google Shape;235;p22"/>
          <p:cNvSpPr txBox="1">
            <a:spLocks noGrp="1"/>
          </p:cNvSpPr>
          <p:nvPr>
            <p:ph type="subTitle" idx="2"/>
          </p:nvPr>
        </p:nvSpPr>
        <p:spPr>
          <a:xfrm>
            <a:off x="4747952" y="3670800"/>
            <a:ext cx="3117300" cy="932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36" name="Google Shape;236;p22"/>
          <p:cNvSpPr txBox="1">
            <a:spLocks noGrp="1"/>
          </p:cNvSpPr>
          <p:nvPr>
            <p:ph type="title" idx="3"/>
          </p:nvPr>
        </p:nvSpPr>
        <p:spPr>
          <a:xfrm>
            <a:off x="1278648" y="3248125"/>
            <a:ext cx="31173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7" name="Google Shape;237;p22"/>
          <p:cNvSpPr txBox="1">
            <a:spLocks noGrp="1"/>
          </p:cNvSpPr>
          <p:nvPr>
            <p:ph type="title" idx="4"/>
          </p:nvPr>
        </p:nvSpPr>
        <p:spPr>
          <a:xfrm>
            <a:off x="4748073" y="3248125"/>
            <a:ext cx="31173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8" name="Google Shape;238;p22"/>
          <p:cNvSpPr txBox="1">
            <a:spLocks noGrp="1"/>
          </p:cNvSpPr>
          <p:nvPr>
            <p:ph type="subTitle" idx="5"/>
          </p:nvPr>
        </p:nvSpPr>
        <p:spPr>
          <a:xfrm>
            <a:off x="1278600" y="2077100"/>
            <a:ext cx="3117300" cy="932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39" name="Google Shape;239;p22"/>
          <p:cNvSpPr txBox="1">
            <a:spLocks noGrp="1"/>
          </p:cNvSpPr>
          <p:nvPr>
            <p:ph type="subTitle" idx="6"/>
          </p:nvPr>
        </p:nvSpPr>
        <p:spPr>
          <a:xfrm>
            <a:off x="4747951" y="2077100"/>
            <a:ext cx="3117300" cy="932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0" name="Google Shape;240;p22"/>
          <p:cNvSpPr txBox="1">
            <a:spLocks noGrp="1"/>
          </p:cNvSpPr>
          <p:nvPr>
            <p:ph type="title" idx="7"/>
          </p:nvPr>
        </p:nvSpPr>
        <p:spPr>
          <a:xfrm>
            <a:off x="1278685" y="1654425"/>
            <a:ext cx="31173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41" name="Google Shape;241;p22"/>
          <p:cNvSpPr txBox="1">
            <a:spLocks noGrp="1"/>
          </p:cNvSpPr>
          <p:nvPr>
            <p:ph type="title" idx="8"/>
          </p:nvPr>
        </p:nvSpPr>
        <p:spPr>
          <a:xfrm>
            <a:off x="4748111" y="1654425"/>
            <a:ext cx="31173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42" name="Google Shape;242;p22"/>
          <p:cNvSpPr/>
          <p:nvPr/>
        </p:nvSpPr>
        <p:spPr>
          <a:xfrm flipH="1">
            <a:off x="75519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2"/>
          <p:cNvSpPr/>
          <p:nvPr/>
        </p:nvSpPr>
        <p:spPr>
          <a:xfrm>
            <a:off x="72770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2"/>
          <p:cNvSpPr/>
          <p:nvPr/>
        </p:nvSpPr>
        <p:spPr>
          <a:xfrm>
            <a:off x="76650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six columns">
  <p:cSld name="CUSTOM_1_1_1_1">
    <p:spTree>
      <p:nvGrpSpPr>
        <p:cNvPr id="1" name="Shape 245"/>
        <p:cNvGrpSpPr/>
        <p:nvPr/>
      </p:nvGrpSpPr>
      <p:grpSpPr>
        <a:xfrm>
          <a:off x="0" y="0"/>
          <a:ext cx="0" cy="0"/>
          <a:chOff x="0" y="0"/>
          <a:chExt cx="0" cy="0"/>
        </a:xfrm>
      </p:grpSpPr>
      <p:sp>
        <p:nvSpPr>
          <p:cNvPr id="246" name="Google Shape;246;p23"/>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47" name="Google Shape;247;p23"/>
          <p:cNvSpPr txBox="1">
            <a:spLocks noGrp="1"/>
          </p:cNvSpPr>
          <p:nvPr>
            <p:ph type="subTitle" idx="1"/>
          </p:nvPr>
        </p:nvSpPr>
        <p:spPr>
          <a:xfrm>
            <a:off x="713950" y="3670800"/>
            <a:ext cx="2296200" cy="72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8" name="Google Shape;248;p23"/>
          <p:cNvSpPr txBox="1">
            <a:spLocks noGrp="1"/>
          </p:cNvSpPr>
          <p:nvPr>
            <p:ph type="title" idx="2"/>
          </p:nvPr>
        </p:nvSpPr>
        <p:spPr>
          <a:xfrm>
            <a:off x="713985" y="3248125"/>
            <a:ext cx="22962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49" name="Google Shape;249;p23"/>
          <p:cNvSpPr txBox="1">
            <a:spLocks noGrp="1"/>
          </p:cNvSpPr>
          <p:nvPr>
            <p:ph type="subTitle" idx="3"/>
          </p:nvPr>
        </p:nvSpPr>
        <p:spPr>
          <a:xfrm>
            <a:off x="713950" y="2153300"/>
            <a:ext cx="2296200" cy="72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0" name="Google Shape;250;p23"/>
          <p:cNvSpPr txBox="1">
            <a:spLocks noGrp="1"/>
          </p:cNvSpPr>
          <p:nvPr>
            <p:ph type="title" idx="4"/>
          </p:nvPr>
        </p:nvSpPr>
        <p:spPr>
          <a:xfrm>
            <a:off x="714013" y="1730625"/>
            <a:ext cx="22962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1" name="Google Shape;251;p23"/>
          <p:cNvSpPr txBox="1">
            <a:spLocks noGrp="1"/>
          </p:cNvSpPr>
          <p:nvPr>
            <p:ph type="subTitle" idx="5"/>
          </p:nvPr>
        </p:nvSpPr>
        <p:spPr>
          <a:xfrm>
            <a:off x="6130250" y="3670800"/>
            <a:ext cx="2296200" cy="72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2" name="Google Shape;252;p23"/>
          <p:cNvSpPr txBox="1">
            <a:spLocks noGrp="1"/>
          </p:cNvSpPr>
          <p:nvPr>
            <p:ph type="title" idx="6"/>
          </p:nvPr>
        </p:nvSpPr>
        <p:spPr>
          <a:xfrm>
            <a:off x="6130285" y="3248125"/>
            <a:ext cx="22962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3" name="Google Shape;253;p23"/>
          <p:cNvSpPr txBox="1">
            <a:spLocks noGrp="1"/>
          </p:cNvSpPr>
          <p:nvPr>
            <p:ph type="subTitle" idx="7"/>
          </p:nvPr>
        </p:nvSpPr>
        <p:spPr>
          <a:xfrm>
            <a:off x="6130250" y="2153300"/>
            <a:ext cx="2296200" cy="72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4" name="Google Shape;254;p23"/>
          <p:cNvSpPr txBox="1">
            <a:spLocks noGrp="1"/>
          </p:cNvSpPr>
          <p:nvPr>
            <p:ph type="title" idx="8"/>
          </p:nvPr>
        </p:nvSpPr>
        <p:spPr>
          <a:xfrm>
            <a:off x="6130313" y="1730625"/>
            <a:ext cx="22962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5" name="Google Shape;255;p23"/>
          <p:cNvSpPr txBox="1">
            <a:spLocks noGrp="1"/>
          </p:cNvSpPr>
          <p:nvPr>
            <p:ph type="subTitle" idx="9"/>
          </p:nvPr>
        </p:nvSpPr>
        <p:spPr>
          <a:xfrm>
            <a:off x="3422100" y="3670800"/>
            <a:ext cx="2296200" cy="72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6" name="Google Shape;256;p23"/>
          <p:cNvSpPr txBox="1">
            <a:spLocks noGrp="1"/>
          </p:cNvSpPr>
          <p:nvPr>
            <p:ph type="title" idx="13"/>
          </p:nvPr>
        </p:nvSpPr>
        <p:spPr>
          <a:xfrm>
            <a:off x="3422173" y="3248125"/>
            <a:ext cx="22962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7" name="Google Shape;257;p23"/>
          <p:cNvSpPr txBox="1">
            <a:spLocks noGrp="1"/>
          </p:cNvSpPr>
          <p:nvPr>
            <p:ph type="subTitle" idx="14"/>
          </p:nvPr>
        </p:nvSpPr>
        <p:spPr>
          <a:xfrm>
            <a:off x="3422100" y="2153300"/>
            <a:ext cx="2296200" cy="72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8" name="Google Shape;258;p23"/>
          <p:cNvSpPr txBox="1">
            <a:spLocks noGrp="1"/>
          </p:cNvSpPr>
          <p:nvPr>
            <p:ph type="title" idx="15"/>
          </p:nvPr>
        </p:nvSpPr>
        <p:spPr>
          <a:xfrm>
            <a:off x="3422200" y="1730625"/>
            <a:ext cx="2296200" cy="4782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9" name="Google Shape;259;p23"/>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3"/>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3"/>
          <p:cNvSpPr/>
          <p:nvPr/>
        </p:nvSpPr>
        <p:spPr>
          <a:xfrm flipH="1">
            <a:off x="8175900" y="3386000"/>
            <a:ext cx="968100" cy="18270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3"/>
          <p:cNvSpPr/>
          <p:nvPr/>
        </p:nvSpPr>
        <p:spPr>
          <a:xfrm>
            <a:off x="8046075" y="27311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p:cSld name="CUSTOM_3">
    <p:spTree>
      <p:nvGrpSpPr>
        <p:cNvPr id="1" name="Shape 263"/>
        <p:cNvGrpSpPr/>
        <p:nvPr/>
      </p:nvGrpSpPr>
      <p:grpSpPr>
        <a:xfrm>
          <a:off x="0" y="0"/>
          <a:ext cx="0" cy="0"/>
          <a:chOff x="0" y="0"/>
          <a:chExt cx="0" cy="0"/>
        </a:xfrm>
      </p:grpSpPr>
      <p:sp>
        <p:nvSpPr>
          <p:cNvPr id="264" name="Google Shape;264;p24"/>
          <p:cNvSpPr txBox="1">
            <a:spLocks noGrp="1"/>
          </p:cNvSpPr>
          <p:nvPr>
            <p:ph type="subTitle" idx="1"/>
          </p:nvPr>
        </p:nvSpPr>
        <p:spPr>
          <a:xfrm>
            <a:off x="713950" y="3181021"/>
            <a:ext cx="3199200" cy="72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5" name="Google Shape;265;p24"/>
          <p:cNvSpPr txBox="1">
            <a:spLocks noGrp="1"/>
          </p:cNvSpPr>
          <p:nvPr>
            <p:ph type="title"/>
          </p:nvPr>
        </p:nvSpPr>
        <p:spPr>
          <a:xfrm>
            <a:off x="713950" y="882188"/>
            <a:ext cx="3199200" cy="2203200"/>
          </a:xfrm>
          <a:prstGeom prst="rect">
            <a:avLst/>
          </a:prstGeom>
        </p:spPr>
        <p:txBody>
          <a:bodyPr spcFirstLastPara="1" wrap="square" lIns="91425" tIns="91425" rIns="91425" bIns="91425" anchor="b"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6" name="Google Shape;266;p24"/>
          <p:cNvSpPr>
            <a:spLocks noGrp="1"/>
          </p:cNvSpPr>
          <p:nvPr>
            <p:ph type="pic" idx="2"/>
          </p:nvPr>
        </p:nvSpPr>
        <p:spPr>
          <a:xfrm>
            <a:off x="4572000" y="540650"/>
            <a:ext cx="3858000" cy="4062300"/>
          </a:xfrm>
          <a:prstGeom prst="rect">
            <a:avLst/>
          </a:prstGeom>
          <a:noFill/>
          <a:ln>
            <a:noFill/>
          </a:ln>
        </p:spPr>
      </p:sp>
      <p:sp>
        <p:nvSpPr>
          <p:cNvPr id="267" name="Google Shape;267;p24"/>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4"/>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4"/>
          <p:cNvSpPr/>
          <p:nvPr/>
        </p:nvSpPr>
        <p:spPr>
          <a:xfrm flipH="1">
            <a:off x="8367600" y="3747775"/>
            <a:ext cx="776400" cy="1465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4"/>
          <p:cNvSpPr/>
          <p:nvPr/>
        </p:nvSpPr>
        <p:spPr>
          <a:xfrm>
            <a:off x="8102075" y="312677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ext 1">
  <p:cSld name="CUSTOM_3_1">
    <p:spTree>
      <p:nvGrpSpPr>
        <p:cNvPr id="1" name="Shape 271"/>
        <p:cNvGrpSpPr/>
        <p:nvPr/>
      </p:nvGrpSpPr>
      <p:grpSpPr>
        <a:xfrm>
          <a:off x="0" y="0"/>
          <a:ext cx="0" cy="0"/>
          <a:chOff x="0" y="0"/>
          <a:chExt cx="0" cy="0"/>
        </a:xfrm>
      </p:grpSpPr>
      <p:sp>
        <p:nvSpPr>
          <p:cNvPr id="272" name="Google Shape;272;p25"/>
          <p:cNvSpPr/>
          <p:nvPr/>
        </p:nvSpPr>
        <p:spPr>
          <a:xfrm flipH="1">
            <a:off x="73995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5"/>
          <p:cNvSpPr/>
          <p:nvPr/>
        </p:nvSpPr>
        <p:spPr>
          <a:xfrm>
            <a:off x="7124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5"/>
          <p:cNvSpPr/>
          <p:nvPr/>
        </p:nvSpPr>
        <p:spPr>
          <a:xfrm>
            <a:off x="7512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5"/>
          <p:cNvSpPr/>
          <p:nvPr/>
        </p:nvSpPr>
        <p:spPr>
          <a:xfrm>
            <a:off x="-28046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5"/>
          <p:cNvSpPr/>
          <p:nvPr/>
        </p:nvSpPr>
        <p:spPr>
          <a:xfrm>
            <a:off x="713950" y="-7608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5"/>
          <p:cNvSpPr txBox="1">
            <a:spLocks noGrp="1"/>
          </p:cNvSpPr>
          <p:nvPr>
            <p:ph type="subTitle" idx="1"/>
          </p:nvPr>
        </p:nvSpPr>
        <p:spPr>
          <a:xfrm>
            <a:off x="1643675" y="4066188"/>
            <a:ext cx="5856600" cy="536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8" name="Google Shape;278;p25"/>
          <p:cNvSpPr txBox="1">
            <a:spLocks noGrp="1"/>
          </p:cNvSpPr>
          <p:nvPr>
            <p:ph type="title"/>
          </p:nvPr>
        </p:nvSpPr>
        <p:spPr>
          <a:xfrm>
            <a:off x="1643675" y="3404075"/>
            <a:ext cx="5856600" cy="61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2">
  <p:cSld name="CUSTOM_3_1_1">
    <p:spTree>
      <p:nvGrpSpPr>
        <p:cNvPr id="1" name="Shape 279"/>
        <p:cNvGrpSpPr/>
        <p:nvPr/>
      </p:nvGrpSpPr>
      <p:grpSpPr>
        <a:xfrm>
          <a:off x="0" y="0"/>
          <a:ext cx="0" cy="0"/>
          <a:chOff x="0" y="0"/>
          <a:chExt cx="0" cy="0"/>
        </a:xfrm>
      </p:grpSpPr>
      <p:sp>
        <p:nvSpPr>
          <p:cNvPr id="280" name="Google Shape;280;p26"/>
          <p:cNvSpPr txBox="1">
            <a:spLocks noGrp="1"/>
          </p:cNvSpPr>
          <p:nvPr>
            <p:ph type="subTitle" idx="1"/>
          </p:nvPr>
        </p:nvSpPr>
        <p:spPr>
          <a:xfrm>
            <a:off x="5039700" y="2675288"/>
            <a:ext cx="2491800" cy="108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1" name="Google Shape;281;p26"/>
          <p:cNvSpPr txBox="1">
            <a:spLocks noGrp="1"/>
          </p:cNvSpPr>
          <p:nvPr>
            <p:ph type="title"/>
          </p:nvPr>
        </p:nvSpPr>
        <p:spPr>
          <a:xfrm>
            <a:off x="5039700" y="1387913"/>
            <a:ext cx="2491800" cy="1191900"/>
          </a:xfrm>
          <a:prstGeom prst="rect">
            <a:avLst/>
          </a:prstGeom>
        </p:spPr>
        <p:txBody>
          <a:bodyPr spcFirstLastPara="1" wrap="square" lIns="91425" tIns="91425" rIns="91425" bIns="91425" anchor="b"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2" name="Google Shape;282;p26"/>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flipH="1">
            <a:off x="75519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72770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76650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ext 3">
  <p:cSld name="CUSTOM_3_1_1_1">
    <p:spTree>
      <p:nvGrpSpPr>
        <p:cNvPr id="1" name="Shape 287"/>
        <p:cNvGrpSpPr/>
        <p:nvPr/>
      </p:nvGrpSpPr>
      <p:grpSpPr>
        <a:xfrm>
          <a:off x="0" y="0"/>
          <a:ext cx="0" cy="0"/>
          <a:chOff x="0" y="0"/>
          <a:chExt cx="0" cy="0"/>
        </a:xfrm>
      </p:grpSpPr>
      <p:sp>
        <p:nvSpPr>
          <p:cNvPr id="288" name="Google Shape;288;p27"/>
          <p:cNvSpPr txBox="1">
            <a:spLocks noGrp="1"/>
          </p:cNvSpPr>
          <p:nvPr>
            <p:ph type="subTitle" idx="1"/>
          </p:nvPr>
        </p:nvSpPr>
        <p:spPr>
          <a:xfrm>
            <a:off x="2067900" y="2675288"/>
            <a:ext cx="2491800" cy="1080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
        <p:nvSpPr>
          <p:cNvPr id="289" name="Google Shape;289;p27"/>
          <p:cNvSpPr txBox="1">
            <a:spLocks noGrp="1"/>
          </p:cNvSpPr>
          <p:nvPr>
            <p:ph type="title"/>
          </p:nvPr>
        </p:nvSpPr>
        <p:spPr>
          <a:xfrm>
            <a:off x="2067900" y="1387913"/>
            <a:ext cx="2491800" cy="11919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3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90" name="Google Shape;290;p27"/>
          <p:cNvSpPr/>
          <p:nvPr/>
        </p:nvSpPr>
        <p:spPr>
          <a:xfrm flipH="1">
            <a:off x="8367600" y="3747775"/>
            <a:ext cx="776400" cy="1465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7"/>
          <p:cNvSpPr/>
          <p:nvPr/>
        </p:nvSpPr>
        <p:spPr>
          <a:xfrm>
            <a:off x="8102075" y="312677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7"/>
          <p:cNvSpPr/>
          <p:nvPr/>
        </p:nvSpPr>
        <p:spPr>
          <a:xfrm>
            <a:off x="-28046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7"/>
          <p:cNvSpPr/>
          <p:nvPr/>
        </p:nvSpPr>
        <p:spPr>
          <a:xfrm>
            <a:off x="713950" y="-7608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ext 4">
  <p:cSld name="CUSTOM_3_1_1_1_1">
    <p:spTree>
      <p:nvGrpSpPr>
        <p:cNvPr id="1" name="Shape 294"/>
        <p:cNvGrpSpPr/>
        <p:nvPr/>
      </p:nvGrpSpPr>
      <p:grpSpPr>
        <a:xfrm>
          <a:off x="0" y="0"/>
          <a:ext cx="0" cy="0"/>
          <a:chOff x="0" y="0"/>
          <a:chExt cx="0" cy="0"/>
        </a:xfrm>
      </p:grpSpPr>
      <p:sp>
        <p:nvSpPr>
          <p:cNvPr id="295" name="Google Shape;295;p28"/>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96" name="Google Shape;296;p28"/>
          <p:cNvSpPr txBox="1">
            <a:spLocks noGrp="1"/>
          </p:cNvSpPr>
          <p:nvPr>
            <p:ph type="subTitle" idx="1"/>
          </p:nvPr>
        </p:nvSpPr>
        <p:spPr>
          <a:xfrm>
            <a:off x="713950" y="1180550"/>
            <a:ext cx="7716000" cy="12468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ext 5">
  <p:cSld name="CUSTOM_3_1_1_1_1_1">
    <p:spTree>
      <p:nvGrpSpPr>
        <p:cNvPr id="1" name="Shape 297"/>
        <p:cNvGrpSpPr/>
        <p:nvPr/>
      </p:nvGrpSpPr>
      <p:grpSpPr>
        <a:xfrm>
          <a:off x="0" y="0"/>
          <a:ext cx="0" cy="0"/>
          <a:chOff x="0" y="0"/>
          <a:chExt cx="0" cy="0"/>
        </a:xfrm>
      </p:grpSpPr>
      <p:sp>
        <p:nvSpPr>
          <p:cNvPr id="298" name="Google Shape;298;p29"/>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99" name="Google Shape;299;p29"/>
          <p:cNvSpPr txBox="1">
            <a:spLocks noGrp="1"/>
          </p:cNvSpPr>
          <p:nvPr>
            <p:ph type="subTitle" idx="1"/>
          </p:nvPr>
        </p:nvSpPr>
        <p:spPr>
          <a:xfrm>
            <a:off x="713950" y="1180550"/>
            <a:ext cx="4771200" cy="3254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300" name="Google Shape;300;p29"/>
          <p:cNvSpPr txBox="1">
            <a:spLocks noGrp="1"/>
          </p:cNvSpPr>
          <p:nvPr>
            <p:ph type="subTitle" idx="2"/>
          </p:nvPr>
        </p:nvSpPr>
        <p:spPr>
          <a:xfrm>
            <a:off x="5870100" y="1674150"/>
            <a:ext cx="2559900" cy="1023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301" name="Google Shape;301;p29"/>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9"/>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9"/>
          <p:cNvSpPr/>
          <p:nvPr/>
        </p:nvSpPr>
        <p:spPr>
          <a:xfrm flipH="1">
            <a:off x="7780500" y="1920775"/>
            <a:ext cx="1744500" cy="3292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9"/>
          <p:cNvSpPr/>
          <p:nvPr/>
        </p:nvSpPr>
        <p:spPr>
          <a:xfrm>
            <a:off x="7505625" y="106115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9"/>
          <p:cNvSpPr/>
          <p:nvPr/>
        </p:nvSpPr>
        <p:spPr>
          <a:xfrm>
            <a:off x="7893675" y="26549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1">
  <p:cSld name="CUSTOM_5">
    <p:spTree>
      <p:nvGrpSpPr>
        <p:cNvPr id="1" name="Shape 306"/>
        <p:cNvGrpSpPr/>
        <p:nvPr/>
      </p:nvGrpSpPr>
      <p:grpSpPr>
        <a:xfrm>
          <a:off x="0" y="0"/>
          <a:ext cx="0" cy="0"/>
          <a:chOff x="0" y="0"/>
          <a:chExt cx="0" cy="0"/>
        </a:xfrm>
      </p:grpSpPr>
      <p:sp>
        <p:nvSpPr>
          <p:cNvPr id="307" name="Google Shape;307;p30"/>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8" name="Google Shape;308;p30"/>
          <p:cNvSpPr/>
          <p:nvPr/>
        </p:nvSpPr>
        <p:spPr>
          <a:xfrm flipH="1">
            <a:off x="8384100" y="3882200"/>
            <a:ext cx="759900" cy="13308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30"/>
          <p:cNvSpPr/>
          <p:nvPr/>
        </p:nvSpPr>
        <p:spPr>
          <a:xfrm>
            <a:off x="8108832" y="4062307"/>
            <a:ext cx="950729" cy="1104502"/>
          </a:xfrm>
          <a:custGeom>
            <a:avLst/>
            <a:gdLst/>
            <a:ahLst/>
            <a:cxnLst/>
            <a:rect l="l" t="t" r="r" b="b"/>
            <a:pathLst>
              <a:path w="24063" h="27955" extrusionOk="0">
                <a:moveTo>
                  <a:pt x="13663" y="1"/>
                </a:moveTo>
                <a:lnTo>
                  <a:pt x="0" y="27955"/>
                </a:lnTo>
                <a:lnTo>
                  <a:pt x="10420" y="27955"/>
                </a:lnTo>
                <a:lnTo>
                  <a:pt x="240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30"/>
          <p:cNvSpPr/>
          <p:nvPr/>
        </p:nvSpPr>
        <p:spPr>
          <a:xfrm>
            <a:off x="8460152" y="3384440"/>
            <a:ext cx="1129314" cy="1465742"/>
          </a:xfrm>
          <a:custGeom>
            <a:avLst/>
            <a:gdLst/>
            <a:ahLst/>
            <a:cxnLst/>
            <a:rect l="l" t="t" r="r" b="b"/>
            <a:pathLst>
              <a:path w="28583" h="37098" extrusionOk="0">
                <a:moveTo>
                  <a:pt x="18162" y="0"/>
                </a:moveTo>
                <a:lnTo>
                  <a:pt x="13685" y="9144"/>
                </a:lnTo>
                <a:lnTo>
                  <a:pt x="1" y="37098"/>
                </a:lnTo>
                <a:lnTo>
                  <a:pt x="10420" y="37098"/>
                </a:lnTo>
                <a:lnTo>
                  <a:pt x="285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30"/>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30"/>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2">
  <p:cSld name="CUSTOM_5_1">
    <p:spTree>
      <p:nvGrpSpPr>
        <p:cNvPr id="1" name="Shape 313"/>
        <p:cNvGrpSpPr/>
        <p:nvPr/>
      </p:nvGrpSpPr>
      <p:grpSpPr>
        <a:xfrm>
          <a:off x="0" y="0"/>
          <a:ext cx="0" cy="0"/>
          <a:chOff x="0" y="0"/>
          <a:chExt cx="0" cy="0"/>
        </a:xfrm>
      </p:grpSpPr>
      <p:sp>
        <p:nvSpPr>
          <p:cNvPr id="314" name="Google Shape;314;p31"/>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15" name="Google Shape;315;p31"/>
          <p:cNvSpPr/>
          <p:nvPr/>
        </p:nvSpPr>
        <p:spPr>
          <a:xfrm rot="10800000" flipH="1">
            <a:off x="-479825" y="-457200"/>
            <a:ext cx="1313700" cy="2724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31"/>
          <p:cNvSpPr/>
          <p:nvPr/>
        </p:nvSpPr>
        <p:spPr>
          <a:xfrm>
            <a:off x="-479825" y="-57992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31"/>
          <p:cNvSpPr/>
          <p:nvPr/>
        </p:nvSpPr>
        <p:spPr>
          <a:xfrm flipH="1">
            <a:off x="8367600" y="3747775"/>
            <a:ext cx="776400" cy="1465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31"/>
          <p:cNvSpPr/>
          <p:nvPr/>
        </p:nvSpPr>
        <p:spPr>
          <a:xfrm>
            <a:off x="8102075" y="312677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3">
  <p:cSld name="CUSTOM_5_1_1">
    <p:spTree>
      <p:nvGrpSpPr>
        <p:cNvPr id="1" name="Shape 319"/>
        <p:cNvGrpSpPr/>
        <p:nvPr/>
      </p:nvGrpSpPr>
      <p:grpSpPr>
        <a:xfrm>
          <a:off x="0" y="0"/>
          <a:ext cx="0" cy="0"/>
          <a:chOff x="0" y="0"/>
          <a:chExt cx="0" cy="0"/>
        </a:xfrm>
      </p:grpSpPr>
      <p:sp>
        <p:nvSpPr>
          <p:cNvPr id="320" name="Google Shape;320;p32"/>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21" name="Google Shape;321;p32"/>
          <p:cNvSpPr/>
          <p:nvPr/>
        </p:nvSpPr>
        <p:spPr>
          <a:xfrm>
            <a:off x="-34443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32"/>
          <p:cNvSpPr/>
          <p:nvPr/>
        </p:nvSpPr>
        <p:spPr>
          <a:xfrm>
            <a:off x="-1074187" y="-594000"/>
            <a:ext cx="2509473" cy="4215804"/>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32"/>
          <p:cNvSpPr/>
          <p:nvPr/>
        </p:nvSpPr>
        <p:spPr>
          <a:xfrm>
            <a:off x="-891925" y="540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32"/>
          <p:cNvSpPr/>
          <p:nvPr/>
        </p:nvSpPr>
        <p:spPr>
          <a:xfrm flipH="1">
            <a:off x="8367600" y="3747775"/>
            <a:ext cx="776400" cy="14652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32"/>
          <p:cNvSpPr/>
          <p:nvPr/>
        </p:nvSpPr>
        <p:spPr>
          <a:xfrm>
            <a:off x="8102075" y="312677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hanks">
  <p:cSld name="CUSTOM_6">
    <p:spTree>
      <p:nvGrpSpPr>
        <p:cNvPr id="1" name="Shape 326"/>
        <p:cNvGrpSpPr/>
        <p:nvPr/>
      </p:nvGrpSpPr>
      <p:grpSpPr>
        <a:xfrm>
          <a:off x="0" y="0"/>
          <a:ext cx="0" cy="0"/>
          <a:chOff x="0" y="0"/>
          <a:chExt cx="0" cy="0"/>
        </a:xfrm>
      </p:grpSpPr>
      <p:sp>
        <p:nvSpPr>
          <p:cNvPr id="327" name="Google Shape;327;p33"/>
          <p:cNvSpPr txBox="1">
            <a:spLocks noGrp="1"/>
          </p:cNvSpPr>
          <p:nvPr>
            <p:ph type="title"/>
          </p:nvPr>
        </p:nvSpPr>
        <p:spPr>
          <a:xfrm>
            <a:off x="2154750" y="535300"/>
            <a:ext cx="4835100" cy="10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5000"/>
              <a:buNone/>
              <a:defRPr sz="7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28" name="Google Shape;328;p33"/>
          <p:cNvSpPr txBox="1">
            <a:spLocks noGrp="1"/>
          </p:cNvSpPr>
          <p:nvPr>
            <p:ph type="subTitle" idx="1"/>
          </p:nvPr>
        </p:nvSpPr>
        <p:spPr>
          <a:xfrm>
            <a:off x="2154750" y="1691225"/>
            <a:ext cx="4835100" cy="1126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
              <a:buNone/>
              <a:defRPr/>
            </a:lvl1pPr>
            <a:lvl2pPr lvl="1" algn="ctr" rtl="0">
              <a:lnSpc>
                <a:spcPct val="115000"/>
              </a:lnSpc>
              <a:spcBef>
                <a:spcPts val="0"/>
              </a:spcBef>
              <a:spcAft>
                <a:spcPts val="0"/>
              </a:spcAft>
              <a:buSzPts val="1200"/>
              <a:buNone/>
              <a:defRPr/>
            </a:lvl2pPr>
            <a:lvl3pPr lvl="2" algn="ctr" rtl="0">
              <a:lnSpc>
                <a:spcPct val="115000"/>
              </a:lnSpc>
              <a:spcBef>
                <a:spcPts val="0"/>
              </a:spcBef>
              <a:spcAft>
                <a:spcPts val="0"/>
              </a:spcAft>
              <a:buSzPts val="1200"/>
              <a:buNone/>
              <a:defRPr/>
            </a:lvl3pPr>
            <a:lvl4pPr lvl="3" algn="ctr" rtl="0">
              <a:lnSpc>
                <a:spcPct val="115000"/>
              </a:lnSpc>
              <a:spcBef>
                <a:spcPts val="0"/>
              </a:spcBef>
              <a:spcAft>
                <a:spcPts val="0"/>
              </a:spcAft>
              <a:buSzPts val="1200"/>
              <a:buNone/>
              <a:defRPr/>
            </a:lvl4pPr>
            <a:lvl5pPr lvl="4" algn="ctr" rtl="0">
              <a:lnSpc>
                <a:spcPct val="115000"/>
              </a:lnSpc>
              <a:spcBef>
                <a:spcPts val="0"/>
              </a:spcBef>
              <a:spcAft>
                <a:spcPts val="0"/>
              </a:spcAft>
              <a:buSzPts val="1200"/>
              <a:buNone/>
              <a:defRPr/>
            </a:lvl5pPr>
            <a:lvl6pPr lvl="5" algn="ctr" rtl="0">
              <a:lnSpc>
                <a:spcPct val="115000"/>
              </a:lnSpc>
              <a:spcBef>
                <a:spcPts val="0"/>
              </a:spcBef>
              <a:spcAft>
                <a:spcPts val="0"/>
              </a:spcAft>
              <a:buSzPts val="1200"/>
              <a:buNone/>
              <a:defRPr/>
            </a:lvl6pPr>
            <a:lvl7pPr lvl="6" algn="ctr" rtl="0">
              <a:lnSpc>
                <a:spcPct val="115000"/>
              </a:lnSpc>
              <a:spcBef>
                <a:spcPts val="0"/>
              </a:spcBef>
              <a:spcAft>
                <a:spcPts val="0"/>
              </a:spcAft>
              <a:buSzPts val="1200"/>
              <a:buNone/>
              <a:defRPr/>
            </a:lvl7pPr>
            <a:lvl8pPr lvl="7" algn="ctr" rtl="0">
              <a:lnSpc>
                <a:spcPct val="115000"/>
              </a:lnSpc>
              <a:spcBef>
                <a:spcPts val="0"/>
              </a:spcBef>
              <a:spcAft>
                <a:spcPts val="0"/>
              </a:spcAft>
              <a:buSzPts val="1200"/>
              <a:buNone/>
              <a:defRPr/>
            </a:lvl8pPr>
            <a:lvl9pPr lvl="8" algn="ctr" rtl="0">
              <a:lnSpc>
                <a:spcPct val="115000"/>
              </a:lnSpc>
              <a:spcBef>
                <a:spcPts val="0"/>
              </a:spcBef>
              <a:spcAft>
                <a:spcPts val="0"/>
              </a:spcAft>
              <a:buSzPts val="1200"/>
              <a:buNone/>
              <a:defRPr/>
            </a:lvl9pPr>
          </a:lstStyle>
          <a:p>
            <a:endParaRPr/>
          </a:p>
        </p:txBody>
      </p:sp>
      <p:sp>
        <p:nvSpPr>
          <p:cNvPr id="329" name="Google Shape;329;p33"/>
          <p:cNvSpPr txBox="1"/>
          <p:nvPr/>
        </p:nvSpPr>
        <p:spPr>
          <a:xfrm>
            <a:off x="2154850" y="3712700"/>
            <a:ext cx="4835100" cy="552600"/>
          </a:xfrm>
          <a:prstGeom prst="rect">
            <a:avLst/>
          </a:prstGeom>
          <a:noFill/>
          <a:ln>
            <a:noFill/>
          </a:ln>
        </p:spPr>
        <p:txBody>
          <a:bodyPr spcFirstLastPara="1" wrap="square" lIns="91425" tIns="91425" rIns="91425" bIns="91425" anchor="t" anchorCtr="0">
            <a:noAutofit/>
          </a:bodyPr>
          <a:lstStyle/>
          <a:p>
            <a:pPr marL="0" lvl="0" indent="0" algn="ctr" rtl="0">
              <a:spcBef>
                <a:spcPts val="300"/>
              </a:spcBef>
              <a:spcAft>
                <a:spcPts val="0"/>
              </a:spcAft>
              <a:buNone/>
            </a:pPr>
            <a:r>
              <a:rPr lang="en" sz="1100">
                <a:solidFill>
                  <a:schemeClr val="lt2"/>
                </a:solidFill>
                <a:latin typeface="Lato"/>
                <a:ea typeface="Lato"/>
                <a:cs typeface="Lato"/>
                <a:sym typeface="Lato"/>
              </a:rPr>
              <a:t>CREDITS: This presentation template was created by </a:t>
            </a:r>
            <a:r>
              <a:rPr lang="en" sz="1100" b="1">
                <a:solidFill>
                  <a:schemeClr val="lt2"/>
                </a:solidFill>
                <a:uFill>
                  <a:noFill/>
                </a:uFill>
                <a:latin typeface="Lato"/>
                <a:ea typeface="Lato"/>
                <a:cs typeface="Lato"/>
                <a:sym typeface="Lato"/>
                <a:hlinkClick r:id="rId2">
                  <a:extLst>
                    <a:ext uri="{A12FA001-AC4F-418D-AE19-62706E023703}">
                      <ahyp:hlinkClr xmlns:ahyp="http://schemas.microsoft.com/office/drawing/2018/hyperlinkcolor" val="tx"/>
                    </a:ext>
                  </a:extLst>
                </a:hlinkClick>
              </a:rPr>
              <a:t>Slidesgo</a:t>
            </a:r>
            <a:r>
              <a:rPr lang="en" sz="1100">
                <a:solidFill>
                  <a:schemeClr val="lt2"/>
                </a:solidFill>
                <a:latin typeface="Lato"/>
                <a:ea typeface="Lato"/>
                <a:cs typeface="Lato"/>
                <a:sym typeface="Lato"/>
              </a:rPr>
              <a:t>, and includes icons by </a:t>
            </a:r>
            <a:r>
              <a:rPr lang="en" sz="1100" b="1">
                <a:solidFill>
                  <a:schemeClr val="lt2"/>
                </a:solidFill>
                <a:uFill>
                  <a:noFill/>
                </a:uFill>
                <a:latin typeface="Lato"/>
                <a:ea typeface="Lato"/>
                <a:cs typeface="Lato"/>
                <a:sym typeface="Lato"/>
                <a:hlinkClick r:id="rId3">
                  <a:extLst>
                    <a:ext uri="{A12FA001-AC4F-418D-AE19-62706E023703}">
                      <ahyp:hlinkClr xmlns:ahyp="http://schemas.microsoft.com/office/drawing/2018/hyperlinkcolor" val="tx"/>
                    </a:ext>
                  </a:extLst>
                </a:hlinkClick>
              </a:rPr>
              <a:t>Flaticon</a:t>
            </a:r>
            <a:r>
              <a:rPr lang="en" sz="1100">
                <a:solidFill>
                  <a:schemeClr val="lt2"/>
                </a:solidFill>
                <a:latin typeface="Lato"/>
                <a:ea typeface="Lato"/>
                <a:cs typeface="Lato"/>
                <a:sym typeface="Lato"/>
              </a:rPr>
              <a:t>, and infographics &amp; images by </a:t>
            </a:r>
            <a:r>
              <a:rPr lang="en" sz="1100" b="1">
                <a:solidFill>
                  <a:schemeClr val="lt2"/>
                </a:solidFill>
                <a:uFill>
                  <a:noFill/>
                </a:uFill>
                <a:latin typeface="Lato"/>
                <a:ea typeface="Lato"/>
                <a:cs typeface="Lato"/>
                <a:sym typeface="Lato"/>
                <a:hlinkClick r:id="rId4">
                  <a:extLst>
                    <a:ext uri="{A12FA001-AC4F-418D-AE19-62706E023703}">
                      <ahyp:hlinkClr xmlns:ahyp="http://schemas.microsoft.com/office/drawing/2018/hyperlinkcolor" val="tx"/>
                    </a:ext>
                  </a:extLst>
                </a:hlinkClick>
              </a:rPr>
              <a:t>Freepik</a:t>
            </a:r>
            <a:r>
              <a:rPr lang="en" sz="1100" b="1">
                <a:solidFill>
                  <a:schemeClr val="lt2"/>
                </a:solidFill>
                <a:latin typeface="Lato"/>
                <a:ea typeface="Lato"/>
                <a:cs typeface="Lato"/>
                <a:sym typeface="Lato"/>
              </a:rPr>
              <a:t> </a:t>
            </a:r>
            <a:endParaRPr sz="1100" b="1">
              <a:solidFill>
                <a:schemeClr val="lt2"/>
              </a:solidFill>
              <a:latin typeface="Lato"/>
              <a:ea typeface="Lato"/>
              <a:cs typeface="Lato"/>
              <a:sym typeface="Lato"/>
            </a:endParaRPr>
          </a:p>
        </p:txBody>
      </p:sp>
      <p:sp>
        <p:nvSpPr>
          <p:cNvPr id="330" name="Google Shape;330;p33"/>
          <p:cNvSpPr/>
          <p:nvPr/>
        </p:nvSpPr>
        <p:spPr>
          <a:xfrm>
            <a:off x="-25760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33"/>
          <p:cNvSpPr/>
          <p:nvPr/>
        </p:nvSpPr>
        <p:spPr>
          <a:xfrm>
            <a:off x="-215150" y="154240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33"/>
          <p:cNvSpPr/>
          <p:nvPr/>
        </p:nvSpPr>
        <p:spPr>
          <a:xfrm>
            <a:off x="1226550" y="857950"/>
            <a:ext cx="361800" cy="36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33"/>
          <p:cNvSpPr/>
          <p:nvPr/>
        </p:nvSpPr>
        <p:spPr>
          <a:xfrm>
            <a:off x="68605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33"/>
          <p:cNvSpPr/>
          <p:nvPr/>
        </p:nvSpPr>
        <p:spPr>
          <a:xfrm>
            <a:off x="7673824" y="-587026"/>
            <a:ext cx="2188439" cy="3676480"/>
          </a:xfrm>
          <a:custGeom>
            <a:avLst/>
            <a:gdLst/>
            <a:ahLst/>
            <a:cxnLst/>
            <a:rect l="l" t="t" r="r" b="b"/>
            <a:pathLst>
              <a:path w="28896" h="48544" extrusionOk="0">
                <a:moveTo>
                  <a:pt x="23749" y="0"/>
                </a:moveTo>
                <a:lnTo>
                  <a:pt x="1" y="48543"/>
                </a:lnTo>
                <a:lnTo>
                  <a:pt x="5148" y="48543"/>
                </a:lnTo>
                <a:lnTo>
                  <a:pt x="28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33"/>
          <p:cNvSpPr/>
          <p:nvPr/>
        </p:nvSpPr>
        <p:spPr>
          <a:xfrm>
            <a:off x="8637600" y="275437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ackground">
  <p:cSld name="CUSTOM_8">
    <p:spTree>
      <p:nvGrpSpPr>
        <p:cNvPr id="1" name="Shape 336"/>
        <p:cNvGrpSpPr/>
        <p:nvPr/>
      </p:nvGrpSpPr>
      <p:grpSpPr>
        <a:xfrm>
          <a:off x="0" y="0"/>
          <a:ext cx="0" cy="0"/>
          <a:chOff x="0" y="0"/>
          <a:chExt cx="0" cy="0"/>
        </a:xfrm>
      </p:grpSpPr>
      <p:sp>
        <p:nvSpPr>
          <p:cNvPr id="337" name="Google Shape;337;p34"/>
          <p:cNvSpPr/>
          <p:nvPr/>
        </p:nvSpPr>
        <p:spPr>
          <a:xfrm>
            <a:off x="-2529900" y="-762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34"/>
          <p:cNvSpPr/>
          <p:nvPr/>
        </p:nvSpPr>
        <p:spPr>
          <a:xfrm>
            <a:off x="1102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34"/>
          <p:cNvSpPr/>
          <p:nvPr/>
        </p:nvSpPr>
        <p:spPr>
          <a:xfrm>
            <a:off x="7896125" y="823750"/>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34"/>
          <p:cNvSpPr/>
          <p:nvPr/>
        </p:nvSpPr>
        <p:spPr>
          <a:xfrm>
            <a:off x="8468735" y="4248012"/>
            <a:ext cx="827675" cy="605539"/>
          </a:xfrm>
          <a:custGeom>
            <a:avLst/>
            <a:gdLst/>
            <a:ahLst/>
            <a:cxnLst/>
            <a:rect l="l" t="t" r="r" b="b"/>
            <a:pathLst>
              <a:path w="16217" h="11864" extrusionOk="0">
                <a:moveTo>
                  <a:pt x="5817" y="0"/>
                </a:moveTo>
                <a:lnTo>
                  <a:pt x="0" y="11864"/>
                </a:lnTo>
                <a:lnTo>
                  <a:pt x="10420" y="11864"/>
                </a:lnTo>
                <a:lnTo>
                  <a:pt x="1621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34"/>
          <p:cNvSpPr/>
          <p:nvPr/>
        </p:nvSpPr>
        <p:spPr>
          <a:xfrm>
            <a:off x="8014850" y="4248012"/>
            <a:ext cx="1026313" cy="1014573"/>
          </a:xfrm>
          <a:custGeom>
            <a:avLst/>
            <a:gdLst/>
            <a:ahLst/>
            <a:cxnLst/>
            <a:rect l="l" t="t" r="r" b="b"/>
            <a:pathLst>
              <a:path w="20109" h="19878" extrusionOk="0">
                <a:moveTo>
                  <a:pt x="9709" y="0"/>
                </a:moveTo>
                <a:lnTo>
                  <a:pt x="1" y="19878"/>
                </a:lnTo>
                <a:lnTo>
                  <a:pt x="10421" y="19878"/>
                </a:lnTo>
                <a:lnTo>
                  <a:pt x="14313" y="11864"/>
                </a:lnTo>
                <a:lnTo>
                  <a:pt x="2010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34"/>
          <p:cNvSpPr/>
          <p:nvPr/>
        </p:nvSpPr>
        <p:spPr>
          <a:xfrm rot="10800000">
            <a:off x="8033113" y="394075"/>
            <a:ext cx="636900" cy="636900"/>
          </a:xfrm>
          <a:prstGeom prst="cube">
            <a:avLst>
              <a:gd name="adj" fmla="val 25000"/>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34"/>
          <p:cNvSpPr/>
          <p:nvPr/>
        </p:nvSpPr>
        <p:spPr>
          <a:xfrm>
            <a:off x="1426527" y="-450098"/>
            <a:ext cx="1129314" cy="1465742"/>
          </a:xfrm>
          <a:custGeom>
            <a:avLst/>
            <a:gdLst/>
            <a:ahLst/>
            <a:cxnLst/>
            <a:rect l="l" t="t" r="r" b="b"/>
            <a:pathLst>
              <a:path w="28583" h="37098" extrusionOk="0">
                <a:moveTo>
                  <a:pt x="18162" y="0"/>
                </a:moveTo>
                <a:lnTo>
                  <a:pt x="13685" y="9144"/>
                </a:lnTo>
                <a:lnTo>
                  <a:pt x="1" y="37098"/>
                </a:lnTo>
                <a:lnTo>
                  <a:pt x="10420" y="37098"/>
                </a:lnTo>
                <a:lnTo>
                  <a:pt x="285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1">
  <p:cSld name="CUSTOM_8_1">
    <p:spTree>
      <p:nvGrpSpPr>
        <p:cNvPr id="1" name="Shape 344"/>
        <p:cNvGrpSpPr/>
        <p:nvPr/>
      </p:nvGrpSpPr>
      <p:grpSpPr>
        <a:xfrm>
          <a:off x="0" y="0"/>
          <a:ext cx="0" cy="0"/>
          <a:chOff x="0" y="0"/>
          <a:chExt cx="0" cy="0"/>
        </a:xfrm>
      </p:grpSpPr>
      <p:grpSp>
        <p:nvGrpSpPr>
          <p:cNvPr id="345" name="Google Shape;345;p35"/>
          <p:cNvGrpSpPr/>
          <p:nvPr/>
        </p:nvGrpSpPr>
        <p:grpSpPr>
          <a:xfrm>
            <a:off x="341225" y="280388"/>
            <a:ext cx="1167050" cy="520500"/>
            <a:chOff x="5393175" y="292313"/>
            <a:chExt cx="1167050" cy="520500"/>
          </a:xfrm>
        </p:grpSpPr>
        <p:sp>
          <p:nvSpPr>
            <p:cNvPr id="346" name="Google Shape;346;p35"/>
            <p:cNvSpPr/>
            <p:nvPr/>
          </p:nvSpPr>
          <p:spPr>
            <a:xfrm>
              <a:off x="53931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35"/>
            <p:cNvSpPr/>
            <p:nvPr/>
          </p:nvSpPr>
          <p:spPr>
            <a:xfrm>
              <a:off x="565942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35"/>
            <p:cNvSpPr/>
            <p:nvPr/>
          </p:nvSpPr>
          <p:spPr>
            <a:xfrm>
              <a:off x="5924650" y="292313"/>
              <a:ext cx="104625" cy="104650"/>
            </a:xfrm>
            <a:custGeom>
              <a:avLst/>
              <a:gdLst/>
              <a:ahLst/>
              <a:cxnLst/>
              <a:rect l="l" t="t" r="r" b="b"/>
              <a:pathLst>
                <a:path w="4185" h="4186" extrusionOk="0">
                  <a:moveTo>
                    <a:pt x="2092" y="1"/>
                  </a:moveTo>
                  <a:cubicBezTo>
                    <a:pt x="942" y="1"/>
                    <a:pt x="0" y="942"/>
                    <a:pt x="0" y="2093"/>
                  </a:cubicBezTo>
                  <a:cubicBezTo>
                    <a:pt x="0" y="3244"/>
                    <a:pt x="942" y="4185"/>
                    <a:pt x="2092" y="4185"/>
                  </a:cubicBezTo>
                  <a:cubicBezTo>
                    <a:pt x="3243" y="4185"/>
                    <a:pt x="4185" y="3244"/>
                    <a:pt x="4185" y="2093"/>
                  </a:cubicBezTo>
                  <a:cubicBezTo>
                    <a:pt x="4185" y="942"/>
                    <a:pt x="3243" y="1"/>
                    <a:pt x="20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35"/>
            <p:cNvSpPr/>
            <p:nvPr/>
          </p:nvSpPr>
          <p:spPr>
            <a:xfrm>
              <a:off x="6190375" y="292313"/>
              <a:ext cx="104625" cy="104650"/>
            </a:xfrm>
            <a:custGeom>
              <a:avLst/>
              <a:gdLst/>
              <a:ahLst/>
              <a:cxnLst/>
              <a:rect l="l" t="t" r="r" b="b"/>
              <a:pathLst>
                <a:path w="4185" h="4186" extrusionOk="0">
                  <a:moveTo>
                    <a:pt x="2093" y="1"/>
                  </a:moveTo>
                  <a:cubicBezTo>
                    <a:pt x="942" y="1"/>
                    <a:pt x="0" y="942"/>
                    <a:pt x="0" y="2093"/>
                  </a:cubicBezTo>
                  <a:cubicBezTo>
                    <a:pt x="0" y="3244"/>
                    <a:pt x="942" y="4185"/>
                    <a:pt x="2093" y="4185"/>
                  </a:cubicBezTo>
                  <a:cubicBezTo>
                    <a:pt x="3243" y="4185"/>
                    <a:pt x="4185" y="3244"/>
                    <a:pt x="4185" y="2093"/>
                  </a:cubicBezTo>
                  <a:cubicBezTo>
                    <a:pt x="4185" y="942"/>
                    <a:pt x="3243"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35"/>
            <p:cNvSpPr/>
            <p:nvPr/>
          </p:nvSpPr>
          <p:spPr>
            <a:xfrm>
              <a:off x="64555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5" y="3244"/>
                    <a:pt x="4185" y="2093"/>
                  </a:cubicBezTo>
                  <a:cubicBezTo>
                    <a:pt x="4185"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35"/>
            <p:cNvSpPr/>
            <p:nvPr/>
          </p:nvSpPr>
          <p:spPr>
            <a:xfrm>
              <a:off x="53931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35"/>
            <p:cNvSpPr/>
            <p:nvPr/>
          </p:nvSpPr>
          <p:spPr>
            <a:xfrm>
              <a:off x="565942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35"/>
            <p:cNvSpPr/>
            <p:nvPr/>
          </p:nvSpPr>
          <p:spPr>
            <a:xfrm>
              <a:off x="5924650" y="500513"/>
              <a:ext cx="104625" cy="104650"/>
            </a:xfrm>
            <a:custGeom>
              <a:avLst/>
              <a:gdLst/>
              <a:ahLst/>
              <a:cxnLst/>
              <a:rect l="l" t="t" r="r" b="b"/>
              <a:pathLst>
                <a:path w="4185" h="4186" extrusionOk="0">
                  <a:moveTo>
                    <a:pt x="2092" y="0"/>
                  </a:moveTo>
                  <a:cubicBezTo>
                    <a:pt x="942" y="0"/>
                    <a:pt x="0" y="942"/>
                    <a:pt x="0" y="2093"/>
                  </a:cubicBezTo>
                  <a:cubicBezTo>
                    <a:pt x="0" y="3244"/>
                    <a:pt x="942" y="4185"/>
                    <a:pt x="2092" y="4185"/>
                  </a:cubicBezTo>
                  <a:cubicBezTo>
                    <a:pt x="3243" y="4185"/>
                    <a:pt x="4185" y="3244"/>
                    <a:pt x="4185" y="2093"/>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35"/>
            <p:cNvSpPr/>
            <p:nvPr/>
          </p:nvSpPr>
          <p:spPr>
            <a:xfrm>
              <a:off x="6190375" y="500513"/>
              <a:ext cx="104625" cy="104650"/>
            </a:xfrm>
            <a:custGeom>
              <a:avLst/>
              <a:gdLst/>
              <a:ahLst/>
              <a:cxnLst/>
              <a:rect l="l" t="t" r="r" b="b"/>
              <a:pathLst>
                <a:path w="4185" h="4186" extrusionOk="0">
                  <a:moveTo>
                    <a:pt x="2093" y="0"/>
                  </a:moveTo>
                  <a:cubicBezTo>
                    <a:pt x="942" y="0"/>
                    <a:pt x="0" y="942"/>
                    <a:pt x="0" y="2093"/>
                  </a:cubicBezTo>
                  <a:cubicBezTo>
                    <a:pt x="0" y="3244"/>
                    <a:pt x="942" y="4185"/>
                    <a:pt x="2093" y="4185"/>
                  </a:cubicBezTo>
                  <a:cubicBezTo>
                    <a:pt x="3243" y="4185"/>
                    <a:pt x="4185" y="3244"/>
                    <a:pt x="4185" y="2093"/>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35"/>
            <p:cNvSpPr/>
            <p:nvPr/>
          </p:nvSpPr>
          <p:spPr>
            <a:xfrm>
              <a:off x="64555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5" y="3244"/>
                    <a:pt x="4185" y="2093"/>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35"/>
            <p:cNvSpPr/>
            <p:nvPr/>
          </p:nvSpPr>
          <p:spPr>
            <a:xfrm>
              <a:off x="53931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35"/>
            <p:cNvSpPr/>
            <p:nvPr/>
          </p:nvSpPr>
          <p:spPr>
            <a:xfrm>
              <a:off x="565942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35"/>
            <p:cNvSpPr/>
            <p:nvPr/>
          </p:nvSpPr>
          <p:spPr>
            <a:xfrm>
              <a:off x="5924650" y="708188"/>
              <a:ext cx="104625" cy="104625"/>
            </a:xfrm>
            <a:custGeom>
              <a:avLst/>
              <a:gdLst/>
              <a:ahLst/>
              <a:cxnLst/>
              <a:rect l="l" t="t" r="r" b="b"/>
              <a:pathLst>
                <a:path w="4185" h="4185" extrusionOk="0">
                  <a:moveTo>
                    <a:pt x="2092" y="0"/>
                  </a:moveTo>
                  <a:cubicBezTo>
                    <a:pt x="942" y="0"/>
                    <a:pt x="0" y="942"/>
                    <a:pt x="0" y="2092"/>
                  </a:cubicBezTo>
                  <a:cubicBezTo>
                    <a:pt x="0" y="3243"/>
                    <a:pt x="942" y="4185"/>
                    <a:pt x="2092" y="4185"/>
                  </a:cubicBezTo>
                  <a:cubicBezTo>
                    <a:pt x="3243" y="4185"/>
                    <a:pt x="4185" y="3243"/>
                    <a:pt x="4185" y="2092"/>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35"/>
            <p:cNvSpPr/>
            <p:nvPr/>
          </p:nvSpPr>
          <p:spPr>
            <a:xfrm>
              <a:off x="6190375" y="708188"/>
              <a:ext cx="104625" cy="104625"/>
            </a:xfrm>
            <a:custGeom>
              <a:avLst/>
              <a:gdLst/>
              <a:ahLst/>
              <a:cxnLst/>
              <a:rect l="l" t="t" r="r" b="b"/>
              <a:pathLst>
                <a:path w="4185" h="4185" extrusionOk="0">
                  <a:moveTo>
                    <a:pt x="2093" y="0"/>
                  </a:moveTo>
                  <a:cubicBezTo>
                    <a:pt x="942" y="0"/>
                    <a:pt x="0" y="942"/>
                    <a:pt x="0" y="2092"/>
                  </a:cubicBezTo>
                  <a:cubicBezTo>
                    <a:pt x="0" y="3243"/>
                    <a:pt x="942" y="4185"/>
                    <a:pt x="2093" y="4185"/>
                  </a:cubicBezTo>
                  <a:cubicBezTo>
                    <a:pt x="3243" y="4185"/>
                    <a:pt x="4185" y="3243"/>
                    <a:pt x="4185" y="2092"/>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35"/>
            <p:cNvSpPr/>
            <p:nvPr/>
          </p:nvSpPr>
          <p:spPr>
            <a:xfrm>
              <a:off x="64555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5" y="3243"/>
                    <a:pt x="4185" y="2092"/>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1" name="Google Shape;361;p35"/>
          <p:cNvSpPr/>
          <p:nvPr/>
        </p:nvSpPr>
        <p:spPr>
          <a:xfrm flipH="1">
            <a:off x="8039989" y="4212900"/>
            <a:ext cx="618600" cy="6186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35"/>
          <p:cNvSpPr/>
          <p:nvPr/>
        </p:nvSpPr>
        <p:spPr>
          <a:xfrm flipH="1">
            <a:off x="7809425" y="3991375"/>
            <a:ext cx="728889" cy="728889"/>
          </a:xfrm>
          <a:custGeom>
            <a:avLst/>
            <a:gdLst/>
            <a:ahLst/>
            <a:cxnLst/>
            <a:rect l="l" t="t" r="r" b="b"/>
            <a:pathLst>
              <a:path w="36743" h="36743" extrusionOk="0">
                <a:moveTo>
                  <a:pt x="9081" y="461"/>
                </a:moveTo>
                <a:lnTo>
                  <a:pt x="9081" y="9102"/>
                </a:lnTo>
                <a:lnTo>
                  <a:pt x="440" y="9102"/>
                </a:lnTo>
                <a:lnTo>
                  <a:pt x="440" y="461"/>
                </a:lnTo>
                <a:close/>
                <a:moveTo>
                  <a:pt x="9081" y="9541"/>
                </a:moveTo>
                <a:lnTo>
                  <a:pt x="9081" y="18183"/>
                </a:lnTo>
                <a:lnTo>
                  <a:pt x="440" y="18183"/>
                </a:lnTo>
                <a:lnTo>
                  <a:pt x="440" y="9541"/>
                </a:lnTo>
                <a:close/>
                <a:moveTo>
                  <a:pt x="18162" y="9541"/>
                </a:moveTo>
                <a:lnTo>
                  <a:pt x="18162" y="18183"/>
                </a:lnTo>
                <a:lnTo>
                  <a:pt x="9521" y="18183"/>
                </a:lnTo>
                <a:lnTo>
                  <a:pt x="9521" y="9541"/>
                </a:lnTo>
                <a:close/>
                <a:moveTo>
                  <a:pt x="9081" y="18622"/>
                </a:moveTo>
                <a:lnTo>
                  <a:pt x="9081" y="27243"/>
                </a:lnTo>
                <a:lnTo>
                  <a:pt x="440" y="27243"/>
                </a:lnTo>
                <a:lnTo>
                  <a:pt x="440" y="18622"/>
                </a:lnTo>
                <a:close/>
                <a:moveTo>
                  <a:pt x="18162" y="18622"/>
                </a:moveTo>
                <a:lnTo>
                  <a:pt x="18162" y="27243"/>
                </a:lnTo>
                <a:lnTo>
                  <a:pt x="9521" y="27243"/>
                </a:lnTo>
                <a:lnTo>
                  <a:pt x="9521" y="18622"/>
                </a:lnTo>
                <a:close/>
                <a:moveTo>
                  <a:pt x="27222" y="18622"/>
                </a:moveTo>
                <a:lnTo>
                  <a:pt x="27222" y="27243"/>
                </a:lnTo>
                <a:lnTo>
                  <a:pt x="18602" y="27243"/>
                </a:lnTo>
                <a:lnTo>
                  <a:pt x="18602" y="18622"/>
                </a:lnTo>
                <a:close/>
                <a:moveTo>
                  <a:pt x="9081" y="27661"/>
                </a:moveTo>
                <a:lnTo>
                  <a:pt x="9081" y="36303"/>
                </a:lnTo>
                <a:lnTo>
                  <a:pt x="440" y="36303"/>
                </a:lnTo>
                <a:lnTo>
                  <a:pt x="440" y="27661"/>
                </a:lnTo>
                <a:close/>
                <a:moveTo>
                  <a:pt x="18162" y="27661"/>
                </a:moveTo>
                <a:lnTo>
                  <a:pt x="18162" y="36303"/>
                </a:lnTo>
                <a:lnTo>
                  <a:pt x="9521" y="36303"/>
                </a:lnTo>
                <a:lnTo>
                  <a:pt x="9521" y="27661"/>
                </a:lnTo>
                <a:close/>
                <a:moveTo>
                  <a:pt x="27222" y="27661"/>
                </a:moveTo>
                <a:lnTo>
                  <a:pt x="27222" y="36303"/>
                </a:lnTo>
                <a:lnTo>
                  <a:pt x="18602" y="36303"/>
                </a:lnTo>
                <a:lnTo>
                  <a:pt x="18602" y="27661"/>
                </a:lnTo>
                <a:close/>
                <a:moveTo>
                  <a:pt x="36303" y="27661"/>
                </a:moveTo>
                <a:lnTo>
                  <a:pt x="36303" y="36303"/>
                </a:lnTo>
                <a:lnTo>
                  <a:pt x="27661" y="36303"/>
                </a:lnTo>
                <a:lnTo>
                  <a:pt x="27661" y="27661"/>
                </a:lnTo>
                <a:close/>
                <a:moveTo>
                  <a:pt x="1" y="0"/>
                </a:moveTo>
                <a:lnTo>
                  <a:pt x="1" y="9060"/>
                </a:lnTo>
                <a:lnTo>
                  <a:pt x="1" y="9520"/>
                </a:lnTo>
                <a:lnTo>
                  <a:pt x="1" y="18141"/>
                </a:lnTo>
                <a:lnTo>
                  <a:pt x="1" y="18601"/>
                </a:lnTo>
                <a:lnTo>
                  <a:pt x="1" y="27222"/>
                </a:lnTo>
                <a:lnTo>
                  <a:pt x="1" y="27661"/>
                </a:lnTo>
                <a:lnTo>
                  <a:pt x="1" y="36742"/>
                </a:lnTo>
                <a:lnTo>
                  <a:pt x="36742" y="36742"/>
                </a:lnTo>
                <a:lnTo>
                  <a:pt x="36742" y="27222"/>
                </a:lnTo>
                <a:lnTo>
                  <a:pt x="27661" y="27222"/>
                </a:lnTo>
                <a:lnTo>
                  <a:pt x="27661" y="18141"/>
                </a:lnTo>
                <a:lnTo>
                  <a:pt x="18602" y="18141"/>
                </a:lnTo>
                <a:lnTo>
                  <a:pt x="18602" y="9060"/>
                </a:lnTo>
                <a:lnTo>
                  <a:pt x="9521" y="9060"/>
                </a:lnTo>
                <a:lnTo>
                  <a:pt x="9521" y="0"/>
                </a:lnTo>
                <a:close/>
              </a:path>
            </a:pathLst>
          </a:cu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950" y="540650"/>
            <a:ext cx="7716000" cy="572700"/>
          </a:xfrm>
          <a:prstGeom prst="rect">
            <a:avLst/>
          </a:prstGeom>
          <a:noFill/>
          <a:ln>
            <a:noFill/>
          </a:ln>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3300"/>
              <a:buFont typeface="Raleway"/>
              <a:buNone/>
              <a:defRPr sz="3300" b="1">
                <a:solidFill>
                  <a:schemeClr val="lt2"/>
                </a:solidFill>
                <a:latin typeface="Raleway"/>
                <a:ea typeface="Raleway"/>
                <a:cs typeface="Raleway"/>
                <a:sym typeface="Raleway"/>
              </a:defRPr>
            </a:lvl1pPr>
            <a:lvl2pPr lvl="1">
              <a:lnSpc>
                <a:spcPct val="100000"/>
              </a:lnSpc>
              <a:spcBef>
                <a:spcPts val="0"/>
              </a:spcBef>
              <a:spcAft>
                <a:spcPts val="0"/>
              </a:spcAft>
              <a:buClr>
                <a:schemeClr val="lt2"/>
              </a:buClr>
              <a:buSzPts val="2800"/>
              <a:buNone/>
              <a:defRPr sz="2800">
                <a:solidFill>
                  <a:schemeClr val="lt2"/>
                </a:solidFill>
              </a:defRPr>
            </a:lvl2pPr>
            <a:lvl3pPr lvl="2">
              <a:lnSpc>
                <a:spcPct val="100000"/>
              </a:lnSpc>
              <a:spcBef>
                <a:spcPts val="0"/>
              </a:spcBef>
              <a:spcAft>
                <a:spcPts val="0"/>
              </a:spcAft>
              <a:buClr>
                <a:schemeClr val="lt2"/>
              </a:buClr>
              <a:buSzPts val="2800"/>
              <a:buNone/>
              <a:defRPr sz="2800">
                <a:solidFill>
                  <a:schemeClr val="lt2"/>
                </a:solidFill>
              </a:defRPr>
            </a:lvl3pPr>
            <a:lvl4pPr lvl="3">
              <a:lnSpc>
                <a:spcPct val="100000"/>
              </a:lnSpc>
              <a:spcBef>
                <a:spcPts val="0"/>
              </a:spcBef>
              <a:spcAft>
                <a:spcPts val="0"/>
              </a:spcAft>
              <a:buClr>
                <a:schemeClr val="lt2"/>
              </a:buClr>
              <a:buSzPts val="2800"/>
              <a:buNone/>
              <a:defRPr sz="2800">
                <a:solidFill>
                  <a:schemeClr val="lt2"/>
                </a:solidFill>
              </a:defRPr>
            </a:lvl4pPr>
            <a:lvl5pPr lvl="4">
              <a:lnSpc>
                <a:spcPct val="100000"/>
              </a:lnSpc>
              <a:spcBef>
                <a:spcPts val="0"/>
              </a:spcBef>
              <a:spcAft>
                <a:spcPts val="0"/>
              </a:spcAft>
              <a:buClr>
                <a:schemeClr val="lt2"/>
              </a:buClr>
              <a:buSzPts val="2800"/>
              <a:buNone/>
              <a:defRPr sz="2800">
                <a:solidFill>
                  <a:schemeClr val="lt2"/>
                </a:solidFill>
              </a:defRPr>
            </a:lvl5pPr>
            <a:lvl6pPr lvl="5">
              <a:lnSpc>
                <a:spcPct val="100000"/>
              </a:lnSpc>
              <a:spcBef>
                <a:spcPts val="0"/>
              </a:spcBef>
              <a:spcAft>
                <a:spcPts val="0"/>
              </a:spcAft>
              <a:buClr>
                <a:schemeClr val="lt2"/>
              </a:buClr>
              <a:buSzPts val="2800"/>
              <a:buNone/>
              <a:defRPr sz="2800">
                <a:solidFill>
                  <a:schemeClr val="lt2"/>
                </a:solidFill>
              </a:defRPr>
            </a:lvl6pPr>
            <a:lvl7pPr lvl="6">
              <a:lnSpc>
                <a:spcPct val="100000"/>
              </a:lnSpc>
              <a:spcBef>
                <a:spcPts val="0"/>
              </a:spcBef>
              <a:spcAft>
                <a:spcPts val="0"/>
              </a:spcAft>
              <a:buClr>
                <a:schemeClr val="lt2"/>
              </a:buClr>
              <a:buSzPts val="2800"/>
              <a:buNone/>
              <a:defRPr sz="2800">
                <a:solidFill>
                  <a:schemeClr val="lt2"/>
                </a:solidFill>
              </a:defRPr>
            </a:lvl7pPr>
            <a:lvl8pPr lvl="7">
              <a:lnSpc>
                <a:spcPct val="100000"/>
              </a:lnSpc>
              <a:spcBef>
                <a:spcPts val="0"/>
              </a:spcBef>
              <a:spcAft>
                <a:spcPts val="0"/>
              </a:spcAft>
              <a:buClr>
                <a:schemeClr val="lt2"/>
              </a:buClr>
              <a:buSzPts val="2800"/>
              <a:buNone/>
              <a:defRPr sz="2800">
                <a:solidFill>
                  <a:schemeClr val="lt2"/>
                </a:solidFill>
              </a:defRPr>
            </a:lvl8pPr>
            <a:lvl9pPr lvl="8">
              <a:lnSpc>
                <a:spcPct val="100000"/>
              </a:lnSpc>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713950" y="1248100"/>
            <a:ext cx="7716000" cy="33549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1pPr>
            <a:lvl2pPr marL="914400" lvl="1"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2pPr>
            <a:lvl3pPr marL="1371600" lvl="2"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3pPr>
            <a:lvl4pPr marL="1828800" lvl="3"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4pPr>
            <a:lvl5pPr marL="2286000" lvl="4"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5pPr>
            <a:lvl6pPr marL="2743200" lvl="5"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6pPr>
            <a:lvl7pPr marL="3200400" lvl="6"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7pPr>
            <a:lvl8pPr marL="3657600" lvl="7"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8pPr>
            <a:lvl9pPr marL="4114800" lvl="8" indent="-304800">
              <a:lnSpc>
                <a:spcPct val="100000"/>
              </a:lnSpc>
              <a:spcBef>
                <a:spcPts val="0"/>
              </a:spcBef>
              <a:spcAft>
                <a:spcPts val="0"/>
              </a:spcAft>
              <a:buClr>
                <a:schemeClr val="lt2"/>
              </a:buClr>
              <a:buSzPts val="1200"/>
              <a:buFont typeface="Lato"/>
              <a:buChar char="■"/>
              <a:defRPr sz="1200">
                <a:solidFill>
                  <a:schemeClr val="lt2"/>
                </a:solidFill>
                <a:latin typeface="Lato"/>
                <a:ea typeface="Lato"/>
                <a:cs typeface="Lato"/>
                <a:sym typeface="La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0.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0.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6"/>
        <p:cNvGrpSpPr/>
        <p:nvPr/>
      </p:nvGrpSpPr>
      <p:grpSpPr>
        <a:xfrm>
          <a:off x="0" y="0"/>
          <a:ext cx="0" cy="0"/>
          <a:chOff x="0" y="0"/>
          <a:chExt cx="0" cy="0"/>
        </a:xfrm>
      </p:grpSpPr>
      <p:sp>
        <p:nvSpPr>
          <p:cNvPr id="367" name="Google Shape;367;p36"/>
          <p:cNvSpPr/>
          <p:nvPr/>
        </p:nvSpPr>
        <p:spPr>
          <a:xfrm>
            <a:off x="7717075" y="1513550"/>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36"/>
          <p:cNvSpPr txBox="1">
            <a:spLocks noGrp="1"/>
          </p:cNvSpPr>
          <p:nvPr>
            <p:ph type="ctrTitle"/>
          </p:nvPr>
        </p:nvSpPr>
        <p:spPr>
          <a:xfrm>
            <a:off x="1743475" y="914338"/>
            <a:ext cx="5973600" cy="2681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400">
                <a:latin typeface="Raleway ExtraBold"/>
                <a:ea typeface="Raleway ExtraBold"/>
                <a:cs typeface="Raleway ExtraBold"/>
                <a:sym typeface="Raleway ExtraBold"/>
              </a:rPr>
              <a:t>Analisis Deskriptif Genre Video Game Berdasarkan Penjualan Global, Regional, Dan Kategori Rating</a:t>
            </a:r>
            <a:endParaRPr sz="3400">
              <a:solidFill>
                <a:schemeClr val="lt2"/>
              </a:solidFill>
              <a:latin typeface="Raleway ExtraBold"/>
              <a:ea typeface="Raleway ExtraBold"/>
              <a:cs typeface="Raleway ExtraBold"/>
              <a:sym typeface="Raleway ExtraBold"/>
            </a:endParaRPr>
          </a:p>
        </p:txBody>
      </p:sp>
      <p:grpSp>
        <p:nvGrpSpPr>
          <p:cNvPr id="369" name="Google Shape;369;p36"/>
          <p:cNvGrpSpPr/>
          <p:nvPr/>
        </p:nvGrpSpPr>
        <p:grpSpPr>
          <a:xfrm>
            <a:off x="786175" y="464455"/>
            <a:ext cx="1071088" cy="287127"/>
            <a:chOff x="7243375" y="540647"/>
            <a:chExt cx="889977" cy="238576"/>
          </a:xfrm>
        </p:grpSpPr>
        <p:sp>
          <p:nvSpPr>
            <p:cNvPr id="370" name="Google Shape;370;p36"/>
            <p:cNvSpPr/>
            <p:nvPr/>
          </p:nvSpPr>
          <p:spPr>
            <a:xfrm>
              <a:off x="7243375"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36"/>
            <p:cNvSpPr/>
            <p:nvPr/>
          </p:nvSpPr>
          <p:spPr>
            <a:xfrm>
              <a:off x="7446413"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36"/>
            <p:cNvSpPr/>
            <p:nvPr/>
          </p:nvSpPr>
          <p:spPr>
            <a:xfrm>
              <a:off x="7648670" y="540647"/>
              <a:ext cx="79787" cy="79806"/>
            </a:xfrm>
            <a:custGeom>
              <a:avLst/>
              <a:gdLst/>
              <a:ahLst/>
              <a:cxnLst/>
              <a:rect l="l" t="t" r="r" b="b"/>
              <a:pathLst>
                <a:path w="4185" h="4186" extrusionOk="0">
                  <a:moveTo>
                    <a:pt x="2092" y="1"/>
                  </a:moveTo>
                  <a:cubicBezTo>
                    <a:pt x="942" y="1"/>
                    <a:pt x="0" y="942"/>
                    <a:pt x="0" y="2093"/>
                  </a:cubicBezTo>
                  <a:cubicBezTo>
                    <a:pt x="0" y="3244"/>
                    <a:pt x="942" y="4185"/>
                    <a:pt x="2092" y="4185"/>
                  </a:cubicBezTo>
                  <a:cubicBezTo>
                    <a:pt x="3243" y="4185"/>
                    <a:pt x="4185" y="3244"/>
                    <a:pt x="4185" y="2093"/>
                  </a:cubicBezTo>
                  <a:cubicBezTo>
                    <a:pt x="4185" y="942"/>
                    <a:pt x="3243" y="1"/>
                    <a:pt x="20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36"/>
            <p:cNvSpPr/>
            <p:nvPr/>
          </p:nvSpPr>
          <p:spPr>
            <a:xfrm>
              <a:off x="7851308" y="540647"/>
              <a:ext cx="79787" cy="79806"/>
            </a:xfrm>
            <a:custGeom>
              <a:avLst/>
              <a:gdLst/>
              <a:ahLst/>
              <a:cxnLst/>
              <a:rect l="l" t="t" r="r" b="b"/>
              <a:pathLst>
                <a:path w="4185" h="4186" extrusionOk="0">
                  <a:moveTo>
                    <a:pt x="2093" y="1"/>
                  </a:moveTo>
                  <a:cubicBezTo>
                    <a:pt x="942" y="1"/>
                    <a:pt x="0" y="942"/>
                    <a:pt x="0" y="2093"/>
                  </a:cubicBezTo>
                  <a:cubicBezTo>
                    <a:pt x="0" y="3244"/>
                    <a:pt x="942" y="4185"/>
                    <a:pt x="2093" y="4185"/>
                  </a:cubicBezTo>
                  <a:cubicBezTo>
                    <a:pt x="3243" y="4185"/>
                    <a:pt x="4185" y="3244"/>
                    <a:pt x="4185" y="2093"/>
                  </a:cubicBezTo>
                  <a:cubicBezTo>
                    <a:pt x="4185" y="942"/>
                    <a:pt x="3243"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36"/>
            <p:cNvSpPr/>
            <p:nvPr/>
          </p:nvSpPr>
          <p:spPr>
            <a:xfrm>
              <a:off x="8053546"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5" y="3244"/>
                    <a:pt x="4185" y="2093"/>
                  </a:cubicBezTo>
                  <a:cubicBezTo>
                    <a:pt x="4185"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36"/>
            <p:cNvSpPr/>
            <p:nvPr/>
          </p:nvSpPr>
          <p:spPr>
            <a:xfrm>
              <a:off x="7243375"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36"/>
            <p:cNvSpPr/>
            <p:nvPr/>
          </p:nvSpPr>
          <p:spPr>
            <a:xfrm>
              <a:off x="7446413"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36"/>
            <p:cNvSpPr/>
            <p:nvPr/>
          </p:nvSpPr>
          <p:spPr>
            <a:xfrm>
              <a:off x="7648670" y="699417"/>
              <a:ext cx="79787" cy="79806"/>
            </a:xfrm>
            <a:custGeom>
              <a:avLst/>
              <a:gdLst/>
              <a:ahLst/>
              <a:cxnLst/>
              <a:rect l="l" t="t" r="r" b="b"/>
              <a:pathLst>
                <a:path w="4185" h="4186" extrusionOk="0">
                  <a:moveTo>
                    <a:pt x="2092" y="0"/>
                  </a:moveTo>
                  <a:cubicBezTo>
                    <a:pt x="942" y="0"/>
                    <a:pt x="0" y="942"/>
                    <a:pt x="0" y="2093"/>
                  </a:cubicBezTo>
                  <a:cubicBezTo>
                    <a:pt x="0" y="3244"/>
                    <a:pt x="942" y="4185"/>
                    <a:pt x="2092" y="4185"/>
                  </a:cubicBezTo>
                  <a:cubicBezTo>
                    <a:pt x="3243" y="4185"/>
                    <a:pt x="4185" y="3244"/>
                    <a:pt x="4185" y="2093"/>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36"/>
            <p:cNvSpPr/>
            <p:nvPr/>
          </p:nvSpPr>
          <p:spPr>
            <a:xfrm>
              <a:off x="7851308" y="699417"/>
              <a:ext cx="79787" cy="79806"/>
            </a:xfrm>
            <a:custGeom>
              <a:avLst/>
              <a:gdLst/>
              <a:ahLst/>
              <a:cxnLst/>
              <a:rect l="l" t="t" r="r" b="b"/>
              <a:pathLst>
                <a:path w="4185" h="4186" extrusionOk="0">
                  <a:moveTo>
                    <a:pt x="2093" y="0"/>
                  </a:moveTo>
                  <a:cubicBezTo>
                    <a:pt x="942" y="0"/>
                    <a:pt x="0" y="942"/>
                    <a:pt x="0" y="2093"/>
                  </a:cubicBezTo>
                  <a:cubicBezTo>
                    <a:pt x="0" y="3244"/>
                    <a:pt x="942" y="4185"/>
                    <a:pt x="2093" y="4185"/>
                  </a:cubicBezTo>
                  <a:cubicBezTo>
                    <a:pt x="3243" y="4185"/>
                    <a:pt x="4185" y="3244"/>
                    <a:pt x="4185" y="2093"/>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6"/>
            <p:cNvSpPr/>
            <p:nvPr/>
          </p:nvSpPr>
          <p:spPr>
            <a:xfrm>
              <a:off x="8053546"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5" y="3244"/>
                    <a:pt x="4185" y="2093"/>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0" name="Google Shape;380;p36"/>
          <p:cNvSpPr/>
          <p:nvPr/>
        </p:nvSpPr>
        <p:spPr>
          <a:xfrm>
            <a:off x="599600" y="3993025"/>
            <a:ext cx="728889" cy="728889"/>
          </a:xfrm>
          <a:custGeom>
            <a:avLst/>
            <a:gdLst/>
            <a:ahLst/>
            <a:cxnLst/>
            <a:rect l="l" t="t" r="r" b="b"/>
            <a:pathLst>
              <a:path w="36743" h="36743" extrusionOk="0">
                <a:moveTo>
                  <a:pt x="9081" y="461"/>
                </a:moveTo>
                <a:lnTo>
                  <a:pt x="9081" y="9102"/>
                </a:lnTo>
                <a:lnTo>
                  <a:pt x="440" y="9102"/>
                </a:lnTo>
                <a:lnTo>
                  <a:pt x="440" y="461"/>
                </a:lnTo>
                <a:close/>
                <a:moveTo>
                  <a:pt x="9081" y="9541"/>
                </a:moveTo>
                <a:lnTo>
                  <a:pt x="9081" y="18183"/>
                </a:lnTo>
                <a:lnTo>
                  <a:pt x="440" y="18183"/>
                </a:lnTo>
                <a:lnTo>
                  <a:pt x="440" y="9541"/>
                </a:lnTo>
                <a:close/>
                <a:moveTo>
                  <a:pt x="18162" y="9541"/>
                </a:moveTo>
                <a:lnTo>
                  <a:pt x="18162" y="18183"/>
                </a:lnTo>
                <a:lnTo>
                  <a:pt x="9521" y="18183"/>
                </a:lnTo>
                <a:lnTo>
                  <a:pt x="9521" y="9541"/>
                </a:lnTo>
                <a:close/>
                <a:moveTo>
                  <a:pt x="9081" y="18622"/>
                </a:moveTo>
                <a:lnTo>
                  <a:pt x="9081" y="27243"/>
                </a:lnTo>
                <a:lnTo>
                  <a:pt x="440" y="27243"/>
                </a:lnTo>
                <a:lnTo>
                  <a:pt x="440" y="18622"/>
                </a:lnTo>
                <a:close/>
                <a:moveTo>
                  <a:pt x="18162" y="18622"/>
                </a:moveTo>
                <a:lnTo>
                  <a:pt x="18162" y="27243"/>
                </a:lnTo>
                <a:lnTo>
                  <a:pt x="9521" y="27243"/>
                </a:lnTo>
                <a:lnTo>
                  <a:pt x="9521" y="18622"/>
                </a:lnTo>
                <a:close/>
                <a:moveTo>
                  <a:pt x="27222" y="18622"/>
                </a:moveTo>
                <a:lnTo>
                  <a:pt x="27222" y="27243"/>
                </a:lnTo>
                <a:lnTo>
                  <a:pt x="18602" y="27243"/>
                </a:lnTo>
                <a:lnTo>
                  <a:pt x="18602" y="18622"/>
                </a:lnTo>
                <a:close/>
                <a:moveTo>
                  <a:pt x="9081" y="27661"/>
                </a:moveTo>
                <a:lnTo>
                  <a:pt x="9081" y="36303"/>
                </a:lnTo>
                <a:lnTo>
                  <a:pt x="440" y="36303"/>
                </a:lnTo>
                <a:lnTo>
                  <a:pt x="440" y="27661"/>
                </a:lnTo>
                <a:close/>
                <a:moveTo>
                  <a:pt x="18162" y="27661"/>
                </a:moveTo>
                <a:lnTo>
                  <a:pt x="18162" y="36303"/>
                </a:lnTo>
                <a:lnTo>
                  <a:pt x="9521" y="36303"/>
                </a:lnTo>
                <a:lnTo>
                  <a:pt x="9521" y="27661"/>
                </a:lnTo>
                <a:close/>
                <a:moveTo>
                  <a:pt x="27222" y="27661"/>
                </a:moveTo>
                <a:lnTo>
                  <a:pt x="27222" y="36303"/>
                </a:lnTo>
                <a:lnTo>
                  <a:pt x="18602" y="36303"/>
                </a:lnTo>
                <a:lnTo>
                  <a:pt x="18602" y="27661"/>
                </a:lnTo>
                <a:close/>
                <a:moveTo>
                  <a:pt x="36303" y="27661"/>
                </a:moveTo>
                <a:lnTo>
                  <a:pt x="36303" y="36303"/>
                </a:lnTo>
                <a:lnTo>
                  <a:pt x="27661" y="36303"/>
                </a:lnTo>
                <a:lnTo>
                  <a:pt x="27661" y="27661"/>
                </a:lnTo>
                <a:close/>
                <a:moveTo>
                  <a:pt x="1" y="0"/>
                </a:moveTo>
                <a:lnTo>
                  <a:pt x="1" y="9060"/>
                </a:lnTo>
                <a:lnTo>
                  <a:pt x="1" y="9520"/>
                </a:lnTo>
                <a:lnTo>
                  <a:pt x="1" y="18141"/>
                </a:lnTo>
                <a:lnTo>
                  <a:pt x="1" y="18601"/>
                </a:lnTo>
                <a:lnTo>
                  <a:pt x="1" y="27222"/>
                </a:lnTo>
                <a:lnTo>
                  <a:pt x="1" y="27661"/>
                </a:lnTo>
                <a:lnTo>
                  <a:pt x="1" y="36742"/>
                </a:lnTo>
                <a:lnTo>
                  <a:pt x="36742" y="36742"/>
                </a:lnTo>
                <a:lnTo>
                  <a:pt x="36742" y="27222"/>
                </a:lnTo>
                <a:lnTo>
                  <a:pt x="27661" y="27222"/>
                </a:lnTo>
                <a:lnTo>
                  <a:pt x="27661" y="18141"/>
                </a:lnTo>
                <a:lnTo>
                  <a:pt x="18602" y="18141"/>
                </a:lnTo>
                <a:lnTo>
                  <a:pt x="18602" y="9060"/>
                </a:lnTo>
                <a:lnTo>
                  <a:pt x="9521" y="9060"/>
                </a:lnTo>
                <a:lnTo>
                  <a:pt x="9521" y="0"/>
                </a:lnTo>
                <a:close/>
              </a:path>
            </a:pathLst>
          </a:cu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1" name="Google Shape;381;p36"/>
          <p:cNvGrpSpPr/>
          <p:nvPr/>
        </p:nvGrpSpPr>
        <p:grpSpPr>
          <a:xfrm>
            <a:off x="7554291" y="464439"/>
            <a:ext cx="431895" cy="1356369"/>
            <a:chOff x="6385425" y="1587603"/>
            <a:chExt cx="763200" cy="2396836"/>
          </a:xfrm>
        </p:grpSpPr>
        <p:sp>
          <p:nvSpPr>
            <p:cNvPr id="382" name="Google Shape;382;p36"/>
            <p:cNvSpPr/>
            <p:nvPr/>
          </p:nvSpPr>
          <p:spPr>
            <a:xfrm rot="2700000">
              <a:off x="6497193" y="169937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6"/>
            <p:cNvSpPr/>
            <p:nvPr/>
          </p:nvSpPr>
          <p:spPr>
            <a:xfrm rot="2700000">
              <a:off x="6497193" y="251618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36"/>
            <p:cNvSpPr/>
            <p:nvPr/>
          </p:nvSpPr>
          <p:spPr>
            <a:xfrm rot="2700000">
              <a:off x="6497193" y="3333007"/>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5" name="Google Shape;385;p36"/>
          <p:cNvSpPr txBox="1">
            <a:spLocks noGrp="1"/>
          </p:cNvSpPr>
          <p:nvPr>
            <p:ph type="title" idx="4294967295"/>
          </p:nvPr>
        </p:nvSpPr>
        <p:spPr>
          <a:xfrm>
            <a:off x="1743478" y="3666525"/>
            <a:ext cx="3607500" cy="478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700" b="0"/>
              <a:t>Kelompok 22 - DALIS</a:t>
            </a:r>
            <a:endParaRPr sz="1700" b="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37"/>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Anggota </a:t>
            </a:r>
            <a:r>
              <a:rPr lang="en" b="0">
                <a:solidFill>
                  <a:schemeClr val="accent2"/>
                </a:solidFill>
                <a:highlight>
                  <a:schemeClr val="lt2"/>
                </a:highlight>
              </a:rPr>
              <a:t>kelompok</a:t>
            </a:r>
            <a:endParaRPr b="0">
              <a:solidFill>
                <a:schemeClr val="accent2"/>
              </a:solidFill>
              <a:highlight>
                <a:schemeClr val="lt2"/>
              </a:highlight>
            </a:endParaRPr>
          </a:p>
        </p:txBody>
      </p:sp>
      <p:sp>
        <p:nvSpPr>
          <p:cNvPr id="391" name="Google Shape;391;p37"/>
          <p:cNvSpPr txBox="1">
            <a:spLocks noGrp="1"/>
          </p:cNvSpPr>
          <p:nvPr>
            <p:ph type="title" idx="2"/>
          </p:nvPr>
        </p:nvSpPr>
        <p:spPr>
          <a:xfrm>
            <a:off x="3586925" y="2282575"/>
            <a:ext cx="1970100" cy="82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Albert Rapael</a:t>
            </a:r>
            <a:endParaRPr/>
          </a:p>
        </p:txBody>
      </p:sp>
      <p:sp>
        <p:nvSpPr>
          <p:cNvPr id="392" name="Google Shape;392;p37"/>
          <p:cNvSpPr txBox="1">
            <a:spLocks noGrp="1"/>
          </p:cNvSpPr>
          <p:nvPr>
            <p:ph type="title" idx="3"/>
          </p:nvPr>
        </p:nvSpPr>
        <p:spPr>
          <a:xfrm>
            <a:off x="4061775" y="1857950"/>
            <a:ext cx="1049400" cy="35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065</a:t>
            </a:r>
            <a:endParaRPr/>
          </a:p>
        </p:txBody>
      </p:sp>
      <p:sp>
        <p:nvSpPr>
          <p:cNvPr id="393" name="Google Shape;393;p37"/>
          <p:cNvSpPr txBox="1">
            <a:spLocks noGrp="1"/>
          </p:cNvSpPr>
          <p:nvPr>
            <p:ph type="title" idx="4"/>
          </p:nvPr>
        </p:nvSpPr>
        <p:spPr>
          <a:xfrm>
            <a:off x="5827775" y="2282575"/>
            <a:ext cx="1970100" cy="82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Sarah Tobing</a:t>
            </a:r>
            <a:endParaRPr/>
          </a:p>
        </p:txBody>
      </p:sp>
      <p:sp>
        <p:nvSpPr>
          <p:cNvPr id="394" name="Google Shape;394;p37"/>
          <p:cNvSpPr txBox="1">
            <a:spLocks noGrp="1"/>
          </p:cNvSpPr>
          <p:nvPr>
            <p:ph type="title" idx="5"/>
          </p:nvPr>
        </p:nvSpPr>
        <p:spPr>
          <a:xfrm>
            <a:off x="6299075" y="1857950"/>
            <a:ext cx="1049400" cy="359700"/>
          </a:xfrm>
          <a:prstGeom prst="rect">
            <a:avLst/>
          </a:prstGeom>
          <a:solidFill>
            <a:schemeClr val="lt2"/>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068</a:t>
            </a:r>
            <a:endParaRPr/>
          </a:p>
        </p:txBody>
      </p:sp>
      <p:sp>
        <p:nvSpPr>
          <p:cNvPr id="395" name="Google Shape;395;p37"/>
          <p:cNvSpPr txBox="1">
            <a:spLocks noGrp="1"/>
          </p:cNvSpPr>
          <p:nvPr>
            <p:ph type="title" idx="6"/>
          </p:nvPr>
        </p:nvSpPr>
        <p:spPr>
          <a:xfrm>
            <a:off x="1178650" y="2282575"/>
            <a:ext cx="2408400" cy="82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Luana Banjarnahor</a:t>
            </a:r>
            <a:endParaRPr/>
          </a:p>
        </p:txBody>
      </p:sp>
      <p:sp>
        <p:nvSpPr>
          <p:cNvPr id="396" name="Google Shape;396;p37"/>
          <p:cNvSpPr txBox="1">
            <a:spLocks noGrp="1"/>
          </p:cNvSpPr>
          <p:nvPr>
            <p:ph type="title" idx="7"/>
          </p:nvPr>
        </p:nvSpPr>
        <p:spPr>
          <a:xfrm>
            <a:off x="1789875" y="1857950"/>
            <a:ext cx="1153200" cy="35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063</a:t>
            </a:r>
            <a:endParaRPr/>
          </a:p>
        </p:txBody>
      </p:sp>
      <p:sp>
        <p:nvSpPr>
          <p:cNvPr id="397" name="Google Shape;397;p37"/>
          <p:cNvSpPr/>
          <p:nvPr/>
        </p:nvSpPr>
        <p:spPr>
          <a:xfrm rot="-756625">
            <a:off x="8023496" y="680476"/>
            <a:ext cx="614100" cy="515536"/>
          </a:xfrm>
          <a:custGeom>
            <a:avLst/>
            <a:gdLst/>
            <a:ahLst/>
            <a:cxnLst/>
            <a:rect l="l" t="t" r="r" b="b"/>
            <a:pathLst>
              <a:path w="35445" h="29756" extrusionOk="0">
                <a:moveTo>
                  <a:pt x="25677" y="1"/>
                </a:moveTo>
                <a:cubicBezTo>
                  <a:pt x="24652" y="1"/>
                  <a:pt x="23615" y="301"/>
                  <a:pt x="22702" y="925"/>
                </a:cubicBezTo>
                <a:cubicBezTo>
                  <a:pt x="20317" y="2536"/>
                  <a:pt x="19752" y="5779"/>
                  <a:pt x="21363" y="8164"/>
                </a:cubicBezTo>
                <a:cubicBezTo>
                  <a:pt x="23623" y="11408"/>
                  <a:pt x="22807" y="15843"/>
                  <a:pt x="19564" y="18082"/>
                </a:cubicBezTo>
                <a:cubicBezTo>
                  <a:pt x="18331" y="18933"/>
                  <a:pt x="16926" y="19340"/>
                  <a:pt x="15535" y="19340"/>
                </a:cubicBezTo>
                <a:cubicBezTo>
                  <a:pt x="13269" y="19340"/>
                  <a:pt x="11042" y="18259"/>
                  <a:pt x="9667" y="16262"/>
                </a:cubicBezTo>
                <a:cubicBezTo>
                  <a:pt x="8658" y="14801"/>
                  <a:pt x="7026" y="14011"/>
                  <a:pt x="5368" y="14011"/>
                </a:cubicBezTo>
                <a:cubicBezTo>
                  <a:pt x="4344" y="14011"/>
                  <a:pt x="3310" y="14312"/>
                  <a:pt x="2407" y="14944"/>
                </a:cubicBezTo>
                <a:cubicBezTo>
                  <a:pt x="1214" y="15739"/>
                  <a:pt x="482" y="16973"/>
                  <a:pt x="251" y="18291"/>
                </a:cubicBezTo>
                <a:cubicBezTo>
                  <a:pt x="0" y="19589"/>
                  <a:pt x="272" y="21011"/>
                  <a:pt x="1088" y="22183"/>
                </a:cubicBezTo>
                <a:cubicBezTo>
                  <a:pt x="4479" y="27115"/>
                  <a:pt x="9968" y="29756"/>
                  <a:pt x="15544" y="29756"/>
                </a:cubicBezTo>
                <a:cubicBezTo>
                  <a:pt x="18982" y="29756"/>
                  <a:pt x="22453" y="28752"/>
                  <a:pt x="25485" y="26661"/>
                </a:cubicBezTo>
                <a:cubicBezTo>
                  <a:pt x="33457" y="21158"/>
                  <a:pt x="35445" y="10194"/>
                  <a:pt x="29963" y="2243"/>
                </a:cubicBezTo>
                <a:cubicBezTo>
                  <a:pt x="28955" y="783"/>
                  <a:pt x="27332" y="1"/>
                  <a:pt x="256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37"/>
          <p:cNvSpPr/>
          <p:nvPr/>
        </p:nvSpPr>
        <p:spPr>
          <a:xfrm rot="-756625">
            <a:off x="8099696" y="756676"/>
            <a:ext cx="614100" cy="515536"/>
          </a:xfrm>
          <a:custGeom>
            <a:avLst/>
            <a:gdLst/>
            <a:ahLst/>
            <a:cxnLst/>
            <a:rect l="l" t="t" r="r" b="b"/>
            <a:pathLst>
              <a:path w="35445" h="29756" extrusionOk="0">
                <a:moveTo>
                  <a:pt x="25677" y="1"/>
                </a:moveTo>
                <a:cubicBezTo>
                  <a:pt x="24652" y="1"/>
                  <a:pt x="23615" y="301"/>
                  <a:pt x="22702" y="925"/>
                </a:cubicBezTo>
                <a:cubicBezTo>
                  <a:pt x="20317" y="2536"/>
                  <a:pt x="19752" y="5779"/>
                  <a:pt x="21363" y="8164"/>
                </a:cubicBezTo>
                <a:cubicBezTo>
                  <a:pt x="23623" y="11408"/>
                  <a:pt x="22807" y="15843"/>
                  <a:pt x="19564" y="18082"/>
                </a:cubicBezTo>
                <a:cubicBezTo>
                  <a:pt x="18331" y="18933"/>
                  <a:pt x="16926" y="19340"/>
                  <a:pt x="15535" y="19340"/>
                </a:cubicBezTo>
                <a:cubicBezTo>
                  <a:pt x="13269" y="19340"/>
                  <a:pt x="11042" y="18259"/>
                  <a:pt x="9667" y="16262"/>
                </a:cubicBezTo>
                <a:cubicBezTo>
                  <a:pt x="8658" y="14801"/>
                  <a:pt x="7026" y="14011"/>
                  <a:pt x="5368" y="14011"/>
                </a:cubicBezTo>
                <a:cubicBezTo>
                  <a:pt x="4344" y="14011"/>
                  <a:pt x="3310" y="14312"/>
                  <a:pt x="2407" y="14944"/>
                </a:cubicBezTo>
                <a:cubicBezTo>
                  <a:pt x="1214" y="15739"/>
                  <a:pt x="482" y="16973"/>
                  <a:pt x="251" y="18291"/>
                </a:cubicBezTo>
                <a:cubicBezTo>
                  <a:pt x="0" y="19589"/>
                  <a:pt x="272" y="21011"/>
                  <a:pt x="1088" y="22183"/>
                </a:cubicBezTo>
                <a:cubicBezTo>
                  <a:pt x="4479" y="27115"/>
                  <a:pt x="9968" y="29756"/>
                  <a:pt x="15544" y="29756"/>
                </a:cubicBezTo>
                <a:cubicBezTo>
                  <a:pt x="18982" y="29756"/>
                  <a:pt x="22453" y="28752"/>
                  <a:pt x="25485" y="26661"/>
                </a:cubicBezTo>
                <a:cubicBezTo>
                  <a:pt x="33457" y="21158"/>
                  <a:pt x="35445" y="10194"/>
                  <a:pt x="29963" y="2243"/>
                </a:cubicBezTo>
                <a:cubicBezTo>
                  <a:pt x="28955" y="783"/>
                  <a:pt x="27332" y="1"/>
                  <a:pt x="25677" y="1"/>
                </a:cubicBezTo>
                <a:close/>
              </a:path>
            </a:pathLst>
          </a:custGeom>
          <a:no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37"/>
          <p:cNvSpPr/>
          <p:nvPr/>
        </p:nvSpPr>
        <p:spPr>
          <a:xfrm>
            <a:off x="533050" y="4433650"/>
            <a:ext cx="361800" cy="361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3"/>
        <p:cNvGrpSpPr/>
        <p:nvPr/>
      </p:nvGrpSpPr>
      <p:grpSpPr>
        <a:xfrm>
          <a:off x="0" y="0"/>
          <a:ext cx="0" cy="0"/>
          <a:chOff x="0" y="0"/>
          <a:chExt cx="0" cy="0"/>
        </a:xfrm>
      </p:grpSpPr>
      <p:sp>
        <p:nvSpPr>
          <p:cNvPr id="404" name="Google Shape;404;p38"/>
          <p:cNvSpPr/>
          <p:nvPr/>
        </p:nvSpPr>
        <p:spPr>
          <a:xfrm>
            <a:off x="781763" y="4079425"/>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8"/>
          <p:cNvSpPr txBox="1">
            <a:spLocks noGrp="1"/>
          </p:cNvSpPr>
          <p:nvPr>
            <p:ph type="title"/>
          </p:nvPr>
        </p:nvSpPr>
        <p:spPr>
          <a:xfrm>
            <a:off x="713950" y="540650"/>
            <a:ext cx="7716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Outlines</a:t>
            </a:r>
            <a:endParaRPr b="0">
              <a:solidFill>
                <a:schemeClr val="accent2"/>
              </a:solidFill>
              <a:highlight>
                <a:schemeClr val="lt2"/>
              </a:highlight>
            </a:endParaRPr>
          </a:p>
        </p:txBody>
      </p:sp>
      <p:grpSp>
        <p:nvGrpSpPr>
          <p:cNvPr id="406" name="Google Shape;406;p38"/>
          <p:cNvGrpSpPr/>
          <p:nvPr/>
        </p:nvGrpSpPr>
        <p:grpSpPr>
          <a:xfrm>
            <a:off x="7799000" y="566738"/>
            <a:ext cx="1167050" cy="520500"/>
            <a:chOff x="5393175" y="292313"/>
            <a:chExt cx="1167050" cy="520500"/>
          </a:xfrm>
        </p:grpSpPr>
        <p:sp>
          <p:nvSpPr>
            <p:cNvPr id="407" name="Google Shape;407;p38"/>
            <p:cNvSpPr/>
            <p:nvPr/>
          </p:nvSpPr>
          <p:spPr>
            <a:xfrm>
              <a:off x="53931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38"/>
            <p:cNvSpPr/>
            <p:nvPr/>
          </p:nvSpPr>
          <p:spPr>
            <a:xfrm>
              <a:off x="565942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8"/>
            <p:cNvSpPr/>
            <p:nvPr/>
          </p:nvSpPr>
          <p:spPr>
            <a:xfrm>
              <a:off x="5924650" y="292313"/>
              <a:ext cx="104625" cy="104650"/>
            </a:xfrm>
            <a:custGeom>
              <a:avLst/>
              <a:gdLst/>
              <a:ahLst/>
              <a:cxnLst/>
              <a:rect l="l" t="t" r="r" b="b"/>
              <a:pathLst>
                <a:path w="4185" h="4186" extrusionOk="0">
                  <a:moveTo>
                    <a:pt x="2092" y="1"/>
                  </a:moveTo>
                  <a:cubicBezTo>
                    <a:pt x="942" y="1"/>
                    <a:pt x="0" y="942"/>
                    <a:pt x="0" y="2093"/>
                  </a:cubicBezTo>
                  <a:cubicBezTo>
                    <a:pt x="0" y="3244"/>
                    <a:pt x="942" y="4185"/>
                    <a:pt x="2092" y="4185"/>
                  </a:cubicBezTo>
                  <a:cubicBezTo>
                    <a:pt x="3243" y="4185"/>
                    <a:pt x="4185" y="3244"/>
                    <a:pt x="4185" y="2093"/>
                  </a:cubicBezTo>
                  <a:cubicBezTo>
                    <a:pt x="4185" y="942"/>
                    <a:pt x="3243" y="1"/>
                    <a:pt x="20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8"/>
            <p:cNvSpPr/>
            <p:nvPr/>
          </p:nvSpPr>
          <p:spPr>
            <a:xfrm>
              <a:off x="6190375" y="292313"/>
              <a:ext cx="104625" cy="104650"/>
            </a:xfrm>
            <a:custGeom>
              <a:avLst/>
              <a:gdLst/>
              <a:ahLst/>
              <a:cxnLst/>
              <a:rect l="l" t="t" r="r" b="b"/>
              <a:pathLst>
                <a:path w="4185" h="4186" extrusionOk="0">
                  <a:moveTo>
                    <a:pt x="2093" y="1"/>
                  </a:moveTo>
                  <a:cubicBezTo>
                    <a:pt x="942" y="1"/>
                    <a:pt x="0" y="942"/>
                    <a:pt x="0" y="2093"/>
                  </a:cubicBezTo>
                  <a:cubicBezTo>
                    <a:pt x="0" y="3244"/>
                    <a:pt x="942" y="4185"/>
                    <a:pt x="2093" y="4185"/>
                  </a:cubicBezTo>
                  <a:cubicBezTo>
                    <a:pt x="3243" y="4185"/>
                    <a:pt x="4185" y="3244"/>
                    <a:pt x="4185" y="2093"/>
                  </a:cubicBezTo>
                  <a:cubicBezTo>
                    <a:pt x="4185" y="942"/>
                    <a:pt x="3243" y="1"/>
                    <a:pt x="20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8"/>
            <p:cNvSpPr/>
            <p:nvPr/>
          </p:nvSpPr>
          <p:spPr>
            <a:xfrm>
              <a:off x="64555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5" y="3244"/>
                    <a:pt x="4185" y="2093"/>
                  </a:cubicBezTo>
                  <a:cubicBezTo>
                    <a:pt x="4185" y="942"/>
                    <a:pt x="3244" y="1"/>
                    <a:pt x="20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8"/>
            <p:cNvSpPr/>
            <p:nvPr/>
          </p:nvSpPr>
          <p:spPr>
            <a:xfrm>
              <a:off x="53931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8"/>
            <p:cNvSpPr/>
            <p:nvPr/>
          </p:nvSpPr>
          <p:spPr>
            <a:xfrm>
              <a:off x="565942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8"/>
            <p:cNvSpPr/>
            <p:nvPr/>
          </p:nvSpPr>
          <p:spPr>
            <a:xfrm>
              <a:off x="5924650" y="500513"/>
              <a:ext cx="104625" cy="104650"/>
            </a:xfrm>
            <a:custGeom>
              <a:avLst/>
              <a:gdLst/>
              <a:ahLst/>
              <a:cxnLst/>
              <a:rect l="l" t="t" r="r" b="b"/>
              <a:pathLst>
                <a:path w="4185" h="4186" extrusionOk="0">
                  <a:moveTo>
                    <a:pt x="2092" y="0"/>
                  </a:moveTo>
                  <a:cubicBezTo>
                    <a:pt x="942" y="0"/>
                    <a:pt x="0" y="942"/>
                    <a:pt x="0" y="2093"/>
                  </a:cubicBezTo>
                  <a:cubicBezTo>
                    <a:pt x="0" y="3244"/>
                    <a:pt x="942" y="4185"/>
                    <a:pt x="2092" y="4185"/>
                  </a:cubicBezTo>
                  <a:cubicBezTo>
                    <a:pt x="3243" y="4185"/>
                    <a:pt x="4185" y="3244"/>
                    <a:pt x="4185" y="2093"/>
                  </a:cubicBezTo>
                  <a:cubicBezTo>
                    <a:pt x="4185" y="942"/>
                    <a:pt x="3243" y="0"/>
                    <a:pt x="209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8"/>
            <p:cNvSpPr/>
            <p:nvPr/>
          </p:nvSpPr>
          <p:spPr>
            <a:xfrm>
              <a:off x="6190375" y="500513"/>
              <a:ext cx="104625" cy="104650"/>
            </a:xfrm>
            <a:custGeom>
              <a:avLst/>
              <a:gdLst/>
              <a:ahLst/>
              <a:cxnLst/>
              <a:rect l="l" t="t" r="r" b="b"/>
              <a:pathLst>
                <a:path w="4185" h="4186" extrusionOk="0">
                  <a:moveTo>
                    <a:pt x="2093" y="0"/>
                  </a:moveTo>
                  <a:cubicBezTo>
                    <a:pt x="942" y="0"/>
                    <a:pt x="0" y="942"/>
                    <a:pt x="0" y="2093"/>
                  </a:cubicBezTo>
                  <a:cubicBezTo>
                    <a:pt x="0" y="3244"/>
                    <a:pt x="942" y="4185"/>
                    <a:pt x="2093" y="4185"/>
                  </a:cubicBezTo>
                  <a:cubicBezTo>
                    <a:pt x="3243" y="4185"/>
                    <a:pt x="4185" y="3244"/>
                    <a:pt x="4185" y="2093"/>
                  </a:cubicBezTo>
                  <a:cubicBezTo>
                    <a:pt x="4185" y="942"/>
                    <a:pt x="3243"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8"/>
            <p:cNvSpPr/>
            <p:nvPr/>
          </p:nvSpPr>
          <p:spPr>
            <a:xfrm>
              <a:off x="64555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5" y="3244"/>
                    <a:pt x="4185" y="2093"/>
                  </a:cubicBezTo>
                  <a:cubicBezTo>
                    <a:pt x="4185"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8"/>
            <p:cNvSpPr/>
            <p:nvPr/>
          </p:nvSpPr>
          <p:spPr>
            <a:xfrm>
              <a:off x="53931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8"/>
            <p:cNvSpPr/>
            <p:nvPr/>
          </p:nvSpPr>
          <p:spPr>
            <a:xfrm>
              <a:off x="565942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8"/>
            <p:cNvSpPr/>
            <p:nvPr/>
          </p:nvSpPr>
          <p:spPr>
            <a:xfrm>
              <a:off x="5924650" y="708188"/>
              <a:ext cx="104625" cy="104625"/>
            </a:xfrm>
            <a:custGeom>
              <a:avLst/>
              <a:gdLst/>
              <a:ahLst/>
              <a:cxnLst/>
              <a:rect l="l" t="t" r="r" b="b"/>
              <a:pathLst>
                <a:path w="4185" h="4185" extrusionOk="0">
                  <a:moveTo>
                    <a:pt x="2092" y="0"/>
                  </a:moveTo>
                  <a:cubicBezTo>
                    <a:pt x="942" y="0"/>
                    <a:pt x="0" y="942"/>
                    <a:pt x="0" y="2092"/>
                  </a:cubicBezTo>
                  <a:cubicBezTo>
                    <a:pt x="0" y="3243"/>
                    <a:pt x="942" y="4185"/>
                    <a:pt x="2092" y="4185"/>
                  </a:cubicBezTo>
                  <a:cubicBezTo>
                    <a:pt x="3243" y="4185"/>
                    <a:pt x="4185" y="3243"/>
                    <a:pt x="4185" y="2092"/>
                  </a:cubicBezTo>
                  <a:cubicBezTo>
                    <a:pt x="4185" y="942"/>
                    <a:pt x="3243" y="0"/>
                    <a:pt x="209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8"/>
            <p:cNvSpPr/>
            <p:nvPr/>
          </p:nvSpPr>
          <p:spPr>
            <a:xfrm>
              <a:off x="6190375" y="708188"/>
              <a:ext cx="104625" cy="104625"/>
            </a:xfrm>
            <a:custGeom>
              <a:avLst/>
              <a:gdLst/>
              <a:ahLst/>
              <a:cxnLst/>
              <a:rect l="l" t="t" r="r" b="b"/>
              <a:pathLst>
                <a:path w="4185" h="4185" extrusionOk="0">
                  <a:moveTo>
                    <a:pt x="2093" y="0"/>
                  </a:moveTo>
                  <a:cubicBezTo>
                    <a:pt x="942" y="0"/>
                    <a:pt x="0" y="942"/>
                    <a:pt x="0" y="2092"/>
                  </a:cubicBezTo>
                  <a:cubicBezTo>
                    <a:pt x="0" y="3243"/>
                    <a:pt x="942" y="4185"/>
                    <a:pt x="2093" y="4185"/>
                  </a:cubicBezTo>
                  <a:cubicBezTo>
                    <a:pt x="3243" y="4185"/>
                    <a:pt x="4185" y="3243"/>
                    <a:pt x="4185" y="2092"/>
                  </a:cubicBezTo>
                  <a:cubicBezTo>
                    <a:pt x="4185" y="942"/>
                    <a:pt x="3243"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8"/>
            <p:cNvSpPr/>
            <p:nvPr/>
          </p:nvSpPr>
          <p:spPr>
            <a:xfrm>
              <a:off x="64555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5" y="3243"/>
                    <a:pt x="4185" y="2092"/>
                  </a:cubicBezTo>
                  <a:cubicBezTo>
                    <a:pt x="4185"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2" name="Google Shape;422;p38"/>
          <p:cNvSpPr/>
          <p:nvPr/>
        </p:nvSpPr>
        <p:spPr>
          <a:xfrm rot="10800000">
            <a:off x="374788" y="4202725"/>
            <a:ext cx="636900" cy="636900"/>
          </a:xfrm>
          <a:prstGeom prst="cube">
            <a:avLst>
              <a:gd name="adj" fmla="val 25000"/>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8"/>
          <p:cNvSpPr txBox="1"/>
          <p:nvPr/>
        </p:nvSpPr>
        <p:spPr>
          <a:xfrm>
            <a:off x="1293950" y="1251550"/>
            <a:ext cx="5212800" cy="3386400"/>
          </a:xfrm>
          <a:prstGeom prst="rect">
            <a:avLst/>
          </a:prstGeom>
          <a:noFill/>
          <a:ln>
            <a:noFill/>
          </a:ln>
        </p:spPr>
        <p:txBody>
          <a:bodyPr spcFirstLastPara="1" wrap="square" lIns="91425" tIns="91425" rIns="91425" bIns="91425" anchor="t" anchorCtr="0">
            <a:spAutoFit/>
          </a:bodyPr>
          <a:lstStyle/>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Latar Belakang</a:t>
            </a:r>
            <a:endParaRPr sz="1600">
              <a:solidFill>
                <a:schemeClr val="lt2"/>
              </a:solidFill>
              <a:latin typeface="Raleway"/>
              <a:ea typeface="Raleway"/>
              <a:cs typeface="Raleway"/>
              <a:sym typeface="Raleway"/>
            </a:endParaRPr>
          </a:p>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Tujuan</a:t>
            </a:r>
            <a:endParaRPr sz="1600">
              <a:solidFill>
                <a:schemeClr val="lt2"/>
              </a:solidFill>
              <a:latin typeface="Raleway"/>
              <a:ea typeface="Raleway"/>
              <a:cs typeface="Raleway"/>
              <a:sym typeface="Raleway"/>
            </a:endParaRPr>
          </a:p>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Business Understanding</a:t>
            </a:r>
            <a:endParaRPr sz="1600">
              <a:solidFill>
                <a:schemeClr val="lt2"/>
              </a:solidFill>
              <a:latin typeface="Raleway"/>
              <a:ea typeface="Raleway"/>
              <a:cs typeface="Raleway"/>
              <a:sym typeface="Raleway"/>
            </a:endParaRPr>
          </a:p>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Data Understanding</a:t>
            </a:r>
            <a:endParaRPr sz="1600">
              <a:solidFill>
                <a:schemeClr val="lt2"/>
              </a:solidFill>
              <a:latin typeface="Raleway"/>
              <a:ea typeface="Raleway"/>
              <a:cs typeface="Raleway"/>
              <a:sym typeface="Raleway"/>
            </a:endParaRPr>
          </a:p>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Data Processing</a:t>
            </a:r>
            <a:endParaRPr sz="1600">
              <a:solidFill>
                <a:schemeClr val="lt2"/>
              </a:solidFill>
              <a:latin typeface="Raleway"/>
              <a:ea typeface="Raleway"/>
              <a:cs typeface="Raleway"/>
              <a:sym typeface="Raleway"/>
            </a:endParaRPr>
          </a:p>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Modelling</a:t>
            </a:r>
            <a:endParaRPr sz="1600">
              <a:solidFill>
                <a:schemeClr val="lt2"/>
              </a:solidFill>
              <a:latin typeface="Raleway"/>
              <a:ea typeface="Raleway"/>
              <a:cs typeface="Raleway"/>
              <a:sym typeface="Raleway"/>
            </a:endParaRPr>
          </a:p>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Evaluation</a:t>
            </a:r>
            <a:endParaRPr sz="1600">
              <a:solidFill>
                <a:schemeClr val="lt2"/>
              </a:solidFill>
              <a:latin typeface="Raleway"/>
              <a:ea typeface="Raleway"/>
              <a:cs typeface="Raleway"/>
              <a:sym typeface="Raleway"/>
            </a:endParaRPr>
          </a:p>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Deployment</a:t>
            </a:r>
            <a:endParaRPr sz="1600">
              <a:solidFill>
                <a:schemeClr val="lt2"/>
              </a:solidFill>
              <a:latin typeface="Raleway"/>
              <a:ea typeface="Raleway"/>
              <a:cs typeface="Raleway"/>
              <a:sym typeface="Raleway"/>
            </a:endParaRPr>
          </a:p>
          <a:p>
            <a:pPr marL="457200" lvl="0" indent="-330200" algn="l" rtl="0">
              <a:lnSpc>
                <a:spcPct val="150000"/>
              </a:lnSpc>
              <a:spcBef>
                <a:spcPts val="0"/>
              </a:spcBef>
              <a:spcAft>
                <a:spcPts val="0"/>
              </a:spcAft>
              <a:buClr>
                <a:schemeClr val="lt2"/>
              </a:buClr>
              <a:buSzPts val="1600"/>
              <a:buFont typeface="Raleway"/>
              <a:buChar char="➢"/>
            </a:pPr>
            <a:r>
              <a:rPr lang="en" sz="1600">
                <a:solidFill>
                  <a:schemeClr val="lt2"/>
                </a:solidFill>
                <a:latin typeface="Raleway"/>
                <a:ea typeface="Raleway"/>
                <a:cs typeface="Raleway"/>
                <a:sym typeface="Raleway"/>
              </a:rPr>
              <a:t>Kesimpulan</a:t>
            </a:r>
            <a:endParaRPr sz="1600">
              <a:solidFill>
                <a:schemeClr val="lt2"/>
              </a:solidFill>
              <a:latin typeface="Raleway"/>
              <a:ea typeface="Raleway"/>
              <a:cs typeface="Raleway"/>
              <a:sym typeface="Raleway"/>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9" name="Google Shape;429;p39"/>
          <p:cNvSpPr/>
          <p:nvPr/>
        </p:nvSpPr>
        <p:spPr>
          <a:xfrm flipH="1">
            <a:off x="7811389" y="762175"/>
            <a:ext cx="618600" cy="6186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9"/>
          <p:cNvSpPr/>
          <p:nvPr/>
        </p:nvSpPr>
        <p:spPr>
          <a:xfrm flipH="1">
            <a:off x="7580825" y="540650"/>
            <a:ext cx="728889" cy="728889"/>
          </a:xfrm>
          <a:custGeom>
            <a:avLst/>
            <a:gdLst/>
            <a:ahLst/>
            <a:cxnLst/>
            <a:rect l="l" t="t" r="r" b="b"/>
            <a:pathLst>
              <a:path w="36743" h="36743" extrusionOk="0">
                <a:moveTo>
                  <a:pt x="9081" y="461"/>
                </a:moveTo>
                <a:lnTo>
                  <a:pt x="9081" y="9102"/>
                </a:lnTo>
                <a:lnTo>
                  <a:pt x="440" y="9102"/>
                </a:lnTo>
                <a:lnTo>
                  <a:pt x="440" y="461"/>
                </a:lnTo>
                <a:close/>
                <a:moveTo>
                  <a:pt x="9081" y="9541"/>
                </a:moveTo>
                <a:lnTo>
                  <a:pt x="9081" y="18183"/>
                </a:lnTo>
                <a:lnTo>
                  <a:pt x="440" y="18183"/>
                </a:lnTo>
                <a:lnTo>
                  <a:pt x="440" y="9541"/>
                </a:lnTo>
                <a:close/>
                <a:moveTo>
                  <a:pt x="18162" y="9541"/>
                </a:moveTo>
                <a:lnTo>
                  <a:pt x="18162" y="18183"/>
                </a:lnTo>
                <a:lnTo>
                  <a:pt x="9521" y="18183"/>
                </a:lnTo>
                <a:lnTo>
                  <a:pt x="9521" y="9541"/>
                </a:lnTo>
                <a:close/>
                <a:moveTo>
                  <a:pt x="9081" y="18622"/>
                </a:moveTo>
                <a:lnTo>
                  <a:pt x="9081" y="27243"/>
                </a:lnTo>
                <a:lnTo>
                  <a:pt x="440" y="27243"/>
                </a:lnTo>
                <a:lnTo>
                  <a:pt x="440" y="18622"/>
                </a:lnTo>
                <a:close/>
                <a:moveTo>
                  <a:pt x="18162" y="18622"/>
                </a:moveTo>
                <a:lnTo>
                  <a:pt x="18162" y="27243"/>
                </a:lnTo>
                <a:lnTo>
                  <a:pt x="9521" y="27243"/>
                </a:lnTo>
                <a:lnTo>
                  <a:pt x="9521" y="18622"/>
                </a:lnTo>
                <a:close/>
                <a:moveTo>
                  <a:pt x="27222" y="18622"/>
                </a:moveTo>
                <a:lnTo>
                  <a:pt x="27222" y="27243"/>
                </a:lnTo>
                <a:lnTo>
                  <a:pt x="18602" y="27243"/>
                </a:lnTo>
                <a:lnTo>
                  <a:pt x="18602" y="18622"/>
                </a:lnTo>
                <a:close/>
                <a:moveTo>
                  <a:pt x="9081" y="27661"/>
                </a:moveTo>
                <a:lnTo>
                  <a:pt x="9081" y="36303"/>
                </a:lnTo>
                <a:lnTo>
                  <a:pt x="440" y="36303"/>
                </a:lnTo>
                <a:lnTo>
                  <a:pt x="440" y="27661"/>
                </a:lnTo>
                <a:close/>
                <a:moveTo>
                  <a:pt x="18162" y="27661"/>
                </a:moveTo>
                <a:lnTo>
                  <a:pt x="18162" y="36303"/>
                </a:lnTo>
                <a:lnTo>
                  <a:pt x="9521" y="36303"/>
                </a:lnTo>
                <a:lnTo>
                  <a:pt x="9521" y="27661"/>
                </a:lnTo>
                <a:close/>
                <a:moveTo>
                  <a:pt x="27222" y="27661"/>
                </a:moveTo>
                <a:lnTo>
                  <a:pt x="27222" y="36303"/>
                </a:lnTo>
                <a:lnTo>
                  <a:pt x="18602" y="36303"/>
                </a:lnTo>
                <a:lnTo>
                  <a:pt x="18602" y="27661"/>
                </a:lnTo>
                <a:close/>
                <a:moveTo>
                  <a:pt x="36303" y="27661"/>
                </a:moveTo>
                <a:lnTo>
                  <a:pt x="36303" y="36303"/>
                </a:lnTo>
                <a:lnTo>
                  <a:pt x="27661" y="36303"/>
                </a:lnTo>
                <a:lnTo>
                  <a:pt x="27661" y="27661"/>
                </a:lnTo>
                <a:close/>
                <a:moveTo>
                  <a:pt x="1" y="0"/>
                </a:moveTo>
                <a:lnTo>
                  <a:pt x="1" y="9060"/>
                </a:lnTo>
                <a:lnTo>
                  <a:pt x="1" y="9520"/>
                </a:lnTo>
                <a:lnTo>
                  <a:pt x="1" y="18141"/>
                </a:lnTo>
                <a:lnTo>
                  <a:pt x="1" y="18601"/>
                </a:lnTo>
                <a:lnTo>
                  <a:pt x="1" y="27222"/>
                </a:lnTo>
                <a:lnTo>
                  <a:pt x="1" y="27661"/>
                </a:lnTo>
                <a:lnTo>
                  <a:pt x="1" y="36742"/>
                </a:lnTo>
                <a:lnTo>
                  <a:pt x="36742" y="36742"/>
                </a:lnTo>
                <a:lnTo>
                  <a:pt x="36742" y="27222"/>
                </a:lnTo>
                <a:lnTo>
                  <a:pt x="27661" y="27222"/>
                </a:lnTo>
                <a:lnTo>
                  <a:pt x="27661" y="18141"/>
                </a:lnTo>
                <a:lnTo>
                  <a:pt x="18602" y="18141"/>
                </a:lnTo>
                <a:lnTo>
                  <a:pt x="18602" y="9060"/>
                </a:lnTo>
                <a:lnTo>
                  <a:pt x="9521" y="9060"/>
                </a:lnTo>
                <a:lnTo>
                  <a:pt x="9521" y="0"/>
                </a:lnTo>
                <a:close/>
              </a:path>
            </a:pathLst>
          </a:cu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1" name="Google Shape;431;p39"/>
          <p:cNvGrpSpPr/>
          <p:nvPr/>
        </p:nvGrpSpPr>
        <p:grpSpPr>
          <a:xfrm rot="5400000">
            <a:off x="2139666" y="4080964"/>
            <a:ext cx="431895" cy="1356369"/>
            <a:chOff x="6385425" y="1587603"/>
            <a:chExt cx="763200" cy="2396836"/>
          </a:xfrm>
        </p:grpSpPr>
        <p:sp>
          <p:nvSpPr>
            <p:cNvPr id="432" name="Google Shape;432;p39"/>
            <p:cNvSpPr/>
            <p:nvPr/>
          </p:nvSpPr>
          <p:spPr>
            <a:xfrm rot="2700000">
              <a:off x="6497193" y="1699372"/>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9"/>
            <p:cNvSpPr/>
            <p:nvPr/>
          </p:nvSpPr>
          <p:spPr>
            <a:xfrm rot="2700000">
              <a:off x="6497193" y="2516182"/>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9"/>
            <p:cNvSpPr/>
            <p:nvPr/>
          </p:nvSpPr>
          <p:spPr>
            <a:xfrm rot="2700000">
              <a:off x="6497193" y="3333007"/>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 name="Google Shape;435;p39"/>
          <p:cNvSpPr txBox="1">
            <a:spLocks noGrp="1"/>
          </p:cNvSpPr>
          <p:nvPr>
            <p:ph type="title"/>
          </p:nvPr>
        </p:nvSpPr>
        <p:spPr>
          <a:xfrm>
            <a:off x="1103000" y="408163"/>
            <a:ext cx="63462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dirty="0"/>
              <a:t>Latar </a:t>
            </a:r>
            <a:r>
              <a:rPr lang="en" sz="2400" b="0" dirty="0">
                <a:solidFill>
                  <a:schemeClr val="accent2"/>
                </a:solidFill>
                <a:highlight>
                  <a:schemeClr val="lt2"/>
                </a:highlight>
              </a:rPr>
              <a:t>Belakang</a:t>
            </a:r>
            <a:endParaRPr sz="2400" b="0" dirty="0">
              <a:solidFill>
                <a:schemeClr val="accent2"/>
              </a:solidFill>
              <a:highlight>
                <a:schemeClr val="lt2"/>
              </a:highlight>
            </a:endParaRPr>
          </a:p>
        </p:txBody>
      </p:sp>
      <p:sp>
        <p:nvSpPr>
          <p:cNvPr id="12" name="Google Shape;440;p40">
            <a:extLst>
              <a:ext uri="{FF2B5EF4-FFF2-40B4-BE49-F238E27FC236}">
                <a16:creationId xmlns:a16="http://schemas.microsoft.com/office/drawing/2014/main" id="{0FBD36AE-FE8C-4B1D-9FE9-2744457C4C4F}"/>
              </a:ext>
            </a:extLst>
          </p:cNvPr>
          <p:cNvSpPr txBox="1">
            <a:spLocks/>
          </p:cNvSpPr>
          <p:nvPr/>
        </p:nvSpPr>
        <p:spPr>
          <a:xfrm>
            <a:off x="283200" y="1269550"/>
            <a:ext cx="7849200" cy="3558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2"/>
              </a:buClr>
              <a:buSzPts val="3300"/>
              <a:buFont typeface="Raleway"/>
              <a:buNone/>
              <a:defRPr sz="3300" b="1" i="0" u="none" strike="noStrike" cap="none">
                <a:solidFill>
                  <a:schemeClr val="lt2"/>
                </a:solidFill>
                <a:latin typeface="Raleway"/>
                <a:ea typeface="Raleway"/>
                <a:cs typeface="Raleway"/>
                <a:sym typeface="Raleway"/>
              </a:defRPr>
            </a:lvl1pPr>
            <a:lvl2pPr marR="0" lvl="1"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2pPr>
            <a:lvl3pPr marR="0" lvl="2"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3pPr>
            <a:lvl4pPr marR="0" lvl="3"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4pPr>
            <a:lvl5pPr marR="0" lvl="4"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5pPr>
            <a:lvl6pPr marR="0" lvl="5"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6pPr>
            <a:lvl7pPr marR="0" lvl="6"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7pPr>
            <a:lvl8pPr marR="0" lvl="7"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8pPr>
            <a:lvl9pPr marR="0" lvl="8"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9pPr>
          </a:lstStyle>
          <a:p>
            <a:pPr marL="742950" indent="-285750">
              <a:lnSpc>
                <a:spcPct val="150000"/>
              </a:lnSpc>
              <a:buFont typeface="Arial" panose="020B0604020202020204" pitchFamily="34" charset="0"/>
              <a:buChar char="•"/>
            </a:pPr>
            <a:r>
              <a:rPr lang="en-ID" sz="1400" b="0" dirty="0" err="1"/>
              <a:t>Ketidaktepatan</a:t>
            </a:r>
            <a:r>
              <a:rPr lang="en-ID" sz="1400" b="0" dirty="0"/>
              <a:t> </a:t>
            </a:r>
            <a:r>
              <a:rPr lang="en-ID" sz="1400" b="0" dirty="0" err="1"/>
              <a:t>Identifikasi</a:t>
            </a:r>
            <a:r>
              <a:rPr lang="en-ID" sz="1400" b="0" dirty="0"/>
              <a:t> Genre </a:t>
            </a:r>
            <a:r>
              <a:rPr lang="en-ID" sz="1400" b="0" dirty="0" err="1"/>
              <a:t>Unggulan</a:t>
            </a:r>
            <a:r>
              <a:rPr lang="en-ID" sz="1400" b="0" dirty="0"/>
              <a:t> </a:t>
            </a:r>
            <a:r>
              <a:rPr lang="en-ID" sz="1400" b="0" dirty="0" err="1"/>
              <a:t>Risiko</a:t>
            </a:r>
            <a:r>
              <a:rPr lang="en-ID" sz="1400" b="0" dirty="0"/>
              <a:t> </a:t>
            </a:r>
            <a:r>
              <a:rPr lang="en-ID" sz="1400" b="0" dirty="0" err="1"/>
              <a:t>rendahnya</a:t>
            </a:r>
            <a:r>
              <a:rPr lang="en-ID" sz="1400" b="0" dirty="0"/>
              <a:t> </a:t>
            </a:r>
            <a:r>
              <a:rPr lang="en-ID" sz="1400" b="0" dirty="0" err="1"/>
              <a:t>penjualan</a:t>
            </a:r>
            <a:r>
              <a:rPr lang="en-ID" sz="1400" b="0" dirty="0"/>
              <a:t> dan </a:t>
            </a:r>
            <a:r>
              <a:rPr lang="en-ID" sz="1400" b="0" dirty="0" err="1"/>
              <a:t>tidak</a:t>
            </a:r>
            <a:r>
              <a:rPr lang="en-ID" sz="1400" b="0" dirty="0"/>
              <a:t> </a:t>
            </a:r>
            <a:r>
              <a:rPr lang="en-ID" sz="1400" b="0" dirty="0" err="1"/>
              <a:t>optimalnya</a:t>
            </a:r>
            <a:r>
              <a:rPr lang="en-ID" sz="1400" b="0" dirty="0"/>
              <a:t> </a:t>
            </a:r>
            <a:r>
              <a:rPr lang="en-ID" sz="1400" b="0" dirty="0" err="1"/>
              <a:t>alokasi</a:t>
            </a:r>
            <a:r>
              <a:rPr lang="en-ID" sz="1400" b="0" dirty="0"/>
              <a:t> </a:t>
            </a:r>
            <a:r>
              <a:rPr lang="en-ID" sz="1400" b="0" dirty="0" err="1"/>
              <a:t>anggaran</a:t>
            </a:r>
            <a:r>
              <a:rPr lang="en-ID" sz="1400" b="0" dirty="0"/>
              <a:t> </a:t>
            </a:r>
            <a:r>
              <a:rPr lang="en-ID" sz="1400" b="0" dirty="0" err="1"/>
              <a:t>akibat</a:t>
            </a:r>
            <a:r>
              <a:rPr lang="en-ID" sz="1400" b="0" dirty="0"/>
              <a:t> </a:t>
            </a:r>
            <a:r>
              <a:rPr lang="en-ID" sz="1400" b="0" dirty="0" err="1"/>
              <a:t>pengembangan</a:t>
            </a:r>
            <a:r>
              <a:rPr lang="en-ID" sz="1400" b="0" dirty="0"/>
              <a:t> genre yang </a:t>
            </a:r>
            <a:r>
              <a:rPr lang="en-ID" sz="1400" b="0" dirty="0" err="1"/>
              <a:t>tidak</a:t>
            </a:r>
            <a:r>
              <a:rPr lang="en-ID" sz="1400" b="0" dirty="0"/>
              <a:t> </a:t>
            </a:r>
            <a:r>
              <a:rPr lang="en-ID" sz="1400" b="0" dirty="0" err="1"/>
              <a:t>sesuai</a:t>
            </a:r>
            <a:r>
              <a:rPr lang="en-ID" sz="1400" b="0" dirty="0"/>
              <a:t> </a:t>
            </a:r>
            <a:r>
              <a:rPr lang="en-ID" sz="1400" b="0" dirty="0" err="1"/>
              <a:t>dengan</a:t>
            </a:r>
            <a:r>
              <a:rPr lang="en-ID" sz="1400" b="0" dirty="0"/>
              <a:t> </a:t>
            </a:r>
            <a:r>
              <a:rPr lang="en-ID" sz="1400" b="0" dirty="0" err="1"/>
              <a:t>preferensi</a:t>
            </a:r>
            <a:r>
              <a:rPr lang="en-ID" sz="1400" b="0" dirty="0"/>
              <a:t> pasar global dan regional.</a:t>
            </a:r>
          </a:p>
          <a:p>
            <a:pPr marL="742950" indent="-285750">
              <a:lnSpc>
                <a:spcPct val="150000"/>
              </a:lnSpc>
              <a:buFont typeface="Arial" panose="020B0604020202020204" pitchFamily="34" charset="0"/>
              <a:buChar char="•"/>
            </a:pPr>
            <a:endParaRPr lang="en-ID" sz="1400" b="0" dirty="0"/>
          </a:p>
          <a:p>
            <a:pPr marL="742950" indent="-285750">
              <a:lnSpc>
                <a:spcPct val="150000"/>
              </a:lnSpc>
              <a:buFont typeface="Arial" panose="020B0604020202020204" pitchFamily="34" charset="0"/>
              <a:buChar char="•"/>
            </a:pPr>
            <a:r>
              <a:rPr lang="en-ID" sz="1400" b="0" dirty="0" err="1"/>
              <a:t>Segmentasi</a:t>
            </a:r>
            <a:r>
              <a:rPr lang="en-ID" sz="1400" b="0" dirty="0"/>
              <a:t> Pasar yang </a:t>
            </a:r>
            <a:r>
              <a:rPr lang="en-ID" sz="1400" b="0" dirty="0" err="1"/>
              <a:t>Tidak</a:t>
            </a:r>
            <a:r>
              <a:rPr lang="en-ID" sz="1400" b="0" dirty="0"/>
              <a:t> </a:t>
            </a:r>
            <a:r>
              <a:rPr lang="en-ID" sz="1400" b="0" dirty="0" err="1"/>
              <a:t>Berbasis</a:t>
            </a:r>
            <a:r>
              <a:rPr lang="en-ID" sz="1400" b="0" dirty="0"/>
              <a:t> Data </a:t>
            </a:r>
            <a:r>
              <a:rPr lang="en-ID" sz="1400" b="0" dirty="0" err="1"/>
              <a:t>Aktual</a:t>
            </a:r>
            <a:r>
              <a:rPr lang="en-ID" sz="1400" b="0" dirty="0"/>
              <a:t> Strategi </a:t>
            </a:r>
            <a:r>
              <a:rPr lang="en-ID" sz="1400" b="0" dirty="0" err="1"/>
              <a:t>peluncuran</a:t>
            </a:r>
            <a:r>
              <a:rPr lang="en-ID" sz="1400" b="0" dirty="0"/>
              <a:t> dan </a:t>
            </a:r>
            <a:r>
              <a:rPr lang="en-ID" sz="1400" b="0" dirty="0" err="1"/>
              <a:t>promosi</a:t>
            </a:r>
            <a:r>
              <a:rPr lang="en-ID" sz="1400" b="0" dirty="0"/>
              <a:t> </a:t>
            </a:r>
            <a:r>
              <a:rPr lang="en-ID" sz="1400" b="0" dirty="0" err="1"/>
              <a:t>berisiko</a:t>
            </a:r>
            <a:r>
              <a:rPr lang="en-ID" sz="1400" b="0" dirty="0"/>
              <a:t> </a:t>
            </a:r>
            <a:r>
              <a:rPr lang="en-ID" sz="1400" b="0" dirty="0" err="1"/>
              <a:t>tidak</a:t>
            </a:r>
            <a:r>
              <a:rPr lang="en-ID" sz="1400" b="0" dirty="0"/>
              <a:t> </a:t>
            </a:r>
            <a:r>
              <a:rPr lang="en-ID" sz="1400" b="0" dirty="0" err="1"/>
              <a:t>relevan</a:t>
            </a:r>
            <a:r>
              <a:rPr lang="en-ID" sz="1400" b="0" dirty="0"/>
              <a:t> </a:t>
            </a:r>
            <a:r>
              <a:rPr lang="en-ID" sz="1400" b="0" dirty="0" err="1"/>
              <a:t>jika</a:t>
            </a:r>
            <a:r>
              <a:rPr lang="en-ID" sz="1400" b="0" dirty="0"/>
              <a:t> </a:t>
            </a:r>
            <a:r>
              <a:rPr lang="en-ID" sz="1400" b="0" dirty="0" err="1"/>
              <a:t>tidak</a:t>
            </a:r>
            <a:r>
              <a:rPr lang="en-ID" sz="1400" b="0" dirty="0"/>
              <a:t> </a:t>
            </a:r>
            <a:r>
              <a:rPr lang="en-ID" sz="1400" b="0" dirty="0" err="1"/>
              <a:t>mempertimbangkan</a:t>
            </a:r>
            <a:r>
              <a:rPr lang="en-ID" sz="1400" b="0" dirty="0"/>
              <a:t> data </a:t>
            </a:r>
            <a:r>
              <a:rPr lang="en-ID" sz="1400" b="0" dirty="0" err="1"/>
              <a:t>penjualan</a:t>
            </a:r>
            <a:r>
              <a:rPr lang="en-ID" sz="1400" b="0" dirty="0"/>
              <a:t> dan </a:t>
            </a:r>
            <a:r>
              <a:rPr lang="en-ID" sz="1400" b="0" dirty="0" err="1"/>
              <a:t>demografi</a:t>
            </a:r>
            <a:r>
              <a:rPr lang="en-ID" sz="1400" b="0" dirty="0"/>
              <a:t> </a:t>
            </a:r>
            <a:r>
              <a:rPr lang="en-ID" sz="1400" b="0" dirty="0" err="1"/>
              <a:t>pemain</a:t>
            </a:r>
            <a:r>
              <a:rPr lang="en-ID" sz="1400" b="0" dirty="0"/>
              <a:t> </a:t>
            </a:r>
            <a:r>
              <a:rPr lang="en-ID" sz="1400" b="0" dirty="0" err="1"/>
              <a:t>secara</a:t>
            </a:r>
            <a:r>
              <a:rPr lang="en-ID" sz="1400" b="0" dirty="0"/>
              <a:t> </a:t>
            </a:r>
            <a:r>
              <a:rPr lang="en-ID" sz="1400" b="0" dirty="0" err="1"/>
              <a:t>terintegrasi</a:t>
            </a:r>
            <a:r>
              <a:rPr lang="en-ID" sz="1400" b="0" dirty="0"/>
              <a:t>.</a:t>
            </a:r>
          </a:p>
          <a:p>
            <a:pPr marL="742950" indent="-285750">
              <a:lnSpc>
                <a:spcPct val="150000"/>
              </a:lnSpc>
              <a:buFont typeface="Arial" panose="020B0604020202020204" pitchFamily="34" charset="0"/>
              <a:buChar char="•"/>
            </a:pPr>
            <a:endParaRPr lang="en-ID" sz="1400" b="0" dirty="0"/>
          </a:p>
          <a:p>
            <a:pPr marL="742950" indent="-285750">
              <a:lnSpc>
                <a:spcPct val="150000"/>
              </a:lnSpc>
              <a:buFont typeface="Arial" panose="020B0604020202020204" pitchFamily="34" charset="0"/>
              <a:buChar char="•"/>
            </a:pPr>
            <a:r>
              <a:rPr lang="en-ID" sz="1400" b="0" dirty="0" err="1"/>
              <a:t>Keterbatasan</a:t>
            </a:r>
            <a:r>
              <a:rPr lang="en-ID" sz="1400" b="0" dirty="0"/>
              <a:t> </a:t>
            </a:r>
            <a:r>
              <a:rPr lang="en-ID" sz="1400" b="0" dirty="0" err="1"/>
              <a:t>Visualisasi</a:t>
            </a:r>
            <a:r>
              <a:rPr lang="en-ID" sz="1400" b="0" dirty="0"/>
              <a:t> </a:t>
            </a:r>
            <a:r>
              <a:rPr lang="en-ID" sz="1400" b="0" dirty="0" err="1"/>
              <a:t>Analitik</a:t>
            </a:r>
            <a:r>
              <a:rPr lang="en-ID" sz="1400" b="0" dirty="0"/>
              <a:t> </a:t>
            </a:r>
            <a:r>
              <a:rPr lang="en-ID" sz="1400" b="0" dirty="0" err="1"/>
              <a:t>Visualisasi</a:t>
            </a:r>
            <a:r>
              <a:rPr lang="en-ID" sz="1400" b="0" dirty="0"/>
              <a:t> statis </a:t>
            </a:r>
            <a:r>
              <a:rPr lang="en-ID" sz="1400" b="0" dirty="0" err="1"/>
              <a:t>menyulitkan</a:t>
            </a:r>
            <a:r>
              <a:rPr lang="en-ID" sz="1400" b="0" dirty="0"/>
              <a:t> </a:t>
            </a:r>
            <a:r>
              <a:rPr lang="en-ID" sz="1400" b="0" dirty="0" err="1"/>
              <a:t>eksplorasi</a:t>
            </a:r>
            <a:r>
              <a:rPr lang="en-ID" sz="1400" b="0" dirty="0"/>
              <a:t> insight </a:t>
            </a:r>
            <a:r>
              <a:rPr lang="en-ID" sz="1400" b="0" dirty="0" err="1"/>
              <a:t>secara</a:t>
            </a:r>
            <a:r>
              <a:rPr lang="en-ID" sz="1400" b="0" dirty="0"/>
              <a:t> </a:t>
            </a:r>
            <a:r>
              <a:rPr lang="en-ID" sz="1400" b="0" dirty="0" err="1"/>
              <a:t>dinamis</a:t>
            </a:r>
            <a:r>
              <a:rPr lang="en-ID" sz="1400" b="0" dirty="0"/>
              <a:t>, </a:t>
            </a:r>
            <a:r>
              <a:rPr lang="en-ID" sz="1400" b="0" dirty="0" err="1"/>
              <a:t>menghambat</a:t>
            </a:r>
            <a:r>
              <a:rPr lang="en-ID" sz="1400" b="0" dirty="0"/>
              <a:t> </a:t>
            </a:r>
            <a:r>
              <a:rPr lang="en-ID" sz="1400" b="0" dirty="0" err="1"/>
              <a:t>pengambilan</a:t>
            </a:r>
            <a:r>
              <a:rPr lang="en-ID" sz="1400" b="0" dirty="0"/>
              <a:t> </a:t>
            </a:r>
            <a:r>
              <a:rPr lang="en-ID" sz="1400" b="0" dirty="0" err="1"/>
              <a:t>keputusan</a:t>
            </a:r>
            <a:r>
              <a:rPr lang="en-ID" sz="1400" b="0" dirty="0"/>
              <a:t> yang </a:t>
            </a:r>
            <a:r>
              <a:rPr lang="en-ID" sz="1400" b="0" dirty="0" err="1"/>
              <a:t>cepat</a:t>
            </a:r>
            <a:r>
              <a:rPr lang="en-ID" sz="1400" b="0" dirty="0"/>
              <a:t> dan </a:t>
            </a:r>
            <a:r>
              <a:rPr lang="en-ID" sz="1400" b="0" dirty="0" err="1"/>
              <a:t>berbasis</a:t>
            </a:r>
            <a:r>
              <a:rPr lang="en-ID" sz="1400" b="0" dirty="0"/>
              <a:t> data.</a:t>
            </a:r>
          </a:p>
          <a:p>
            <a:pPr>
              <a:lnSpc>
                <a:spcPct val="150000"/>
              </a:lnSpc>
            </a:pPr>
            <a:endParaRPr lang="en-ID" sz="1600" b="0" dirty="0">
              <a:solidFill>
                <a:schemeClr val="accent2"/>
              </a:solidFill>
              <a:highlight>
                <a:schemeClr val="lt2"/>
              </a:high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40"/>
          <p:cNvSpPr txBox="1">
            <a:spLocks noGrp="1"/>
          </p:cNvSpPr>
          <p:nvPr>
            <p:ph type="title"/>
          </p:nvPr>
        </p:nvSpPr>
        <p:spPr>
          <a:xfrm>
            <a:off x="283200" y="1269550"/>
            <a:ext cx="7849200" cy="3558900"/>
          </a:xfrm>
          <a:prstGeom prst="rect">
            <a:avLst/>
          </a:prstGeom>
        </p:spPr>
        <p:txBody>
          <a:bodyPr spcFirstLastPara="1" wrap="square" lIns="91425" tIns="91425" rIns="91425" bIns="91425" anchor="t" anchorCtr="0">
            <a:noAutofit/>
          </a:bodyPr>
          <a:lstStyle/>
          <a:p>
            <a:pPr marL="457200" lvl="0" indent="0" algn="l" rtl="0">
              <a:lnSpc>
                <a:spcPct val="150000"/>
              </a:lnSpc>
              <a:spcBef>
                <a:spcPts val="0"/>
              </a:spcBef>
              <a:spcAft>
                <a:spcPts val="0"/>
              </a:spcAft>
              <a:buNone/>
            </a:pPr>
            <a:r>
              <a:rPr lang="en-ID" sz="1600" b="0" dirty="0"/>
              <a:t>1.	</a:t>
            </a:r>
            <a:r>
              <a:rPr lang="en-ID" sz="1600" b="0" dirty="0" err="1"/>
              <a:t>Menentukan</a:t>
            </a:r>
            <a:r>
              <a:rPr lang="en-ID" sz="1600" b="0" dirty="0"/>
              <a:t> genre </a:t>
            </a:r>
            <a:r>
              <a:rPr lang="en-ID" sz="1600" b="0" dirty="0" err="1"/>
              <a:t>prioritas</a:t>
            </a:r>
            <a:r>
              <a:rPr lang="en-ID" sz="1600" b="0" dirty="0"/>
              <a:t> yang </a:t>
            </a:r>
            <a:r>
              <a:rPr lang="en-ID" sz="1600" b="0" dirty="0" err="1"/>
              <a:t>memiliki</a:t>
            </a:r>
            <a:r>
              <a:rPr lang="en-ID" sz="1600" b="0" dirty="0"/>
              <a:t> </a:t>
            </a:r>
            <a:r>
              <a:rPr lang="en-ID" sz="1600" b="0" dirty="0" err="1"/>
              <a:t>potensi</a:t>
            </a:r>
            <a:r>
              <a:rPr lang="en-ID" sz="1600" b="0" dirty="0"/>
              <a:t> pasar </a:t>
            </a:r>
            <a:r>
              <a:rPr lang="en-ID" sz="1600" b="0" dirty="0" err="1"/>
              <a:t>tertinggi</a:t>
            </a:r>
            <a:r>
              <a:rPr lang="en-ID" sz="1600" b="0" dirty="0"/>
              <a:t> </a:t>
            </a:r>
            <a:r>
              <a:rPr lang="en-ID" sz="1600" b="0" dirty="0" err="1"/>
              <a:t>untuk</a:t>
            </a:r>
            <a:r>
              <a:rPr lang="en-ID" sz="1600" b="0" dirty="0"/>
              <a:t> 	</a:t>
            </a:r>
            <a:r>
              <a:rPr lang="en-ID" sz="1600" b="0" dirty="0" err="1"/>
              <a:t>pengembangan</a:t>
            </a:r>
            <a:r>
              <a:rPr lang="en-ID" sz="1600" b="0" dirty="0"/>
              <a:t> </a:t>
            </a:r>
            <a:r>
              <a:rPr lang="en-ID" sz="1600" b="0" dirty="0" err="1"/>
              <a:t>produk</a:t>
            </a:r>
            <a:r>
              <a:rPr lang="en-ID" sz="1600" b="0" dirty="0"/>
              <a:t>.</a:t>
            </a:r>
            <a:br>
              <a:rPr lang="en-ID" sz="1600" b="0" dirty="0"/>
            </a:br>
            <a:r>
              <a:rPr lang="en-ID" sz="1600" b="0" dirty="0"/>
              <a:t>2.	Menyusun strategi </a:t>
            </a:r>
            <a:r>
              <a:rPr lang="en-ID" sz="1600" b="0" dirty="0" err="1"/>
              <a:t>peluncuran</a:t>
            </a:r>
            <a:r>
              <a:rPr lang="en-ID" sz="1600" b="0" dirty="0"/>
              <a:t> yang </a:t>
            </a:r>
            <a:r>
              <a:rPr lang="en-ID" sz="1600" b="0" dirty="0" err="1"/>
              <a:t>mempertimbangkan</a:t>
            </a:r>
            <a:r>
              <a:rPr lang="en-ID" sz="1600" b="0" dirty="0"/>
              <a:t> </a:t>
            </a:r>
            <a:r>
              <a:rPr lang="en-ID" sz="1600" b="0" dirty="0" err="1"/>
              <a:t>kekuatan</a:t>
            </a:r>
            <a:r>
              <a:rPr lang="en-ID" sz="1600" b="0" dirty="0"/>
              <a:t> dan 	</a:t>
            </a:r>
            <a:r>
              <a:rPr lang="en-ID" sz="1600" b="0" dirty="0" err="1"/>
              <a:t>karakteristik</a:t>
            </a:r>
            <a:r>
              <a:rPr lang="en-ID" sz="1600" b="0" dirty="0"/>
              <a:t> pasar regional.</a:t>
            </a:r>
            <a:br>
              <a:rPr lang="en-ID" sz="1600" b="0" dirty="0"/>
            </a:br>
            <a:r>
              <a:rPr lang="en-ID" sz="1600" b="0" dirty="0"/>
              <a:t>3.	</a:t>
            </a:r>
            <a:r>
              <a:rPr lang="en-ID" sz="1600" b="0" dirty="0" err="1"/>
              <a:t>Merancang</a:t>
            </a:r>
            <a:r>
              <a:rPr lang="en-ID" sz="1600" b="0" dirty="0"/>
              <a:t> </a:t>
            </a:r>
            <a:r>
              <a:rPr lang="en-ID" sz="1600" b="0" dirty="0" err="1"/>
              <a:t>kampanye</a:t>
            </a:r>
            <a:r>
              <a:rPr lang="en-ID" sz="1600" b="0" dirty="0"/>
              <a:t> </a:t>
            </a:r>
            <a:r>
              <a:rPr lang="en-ID" sz="1600" b="0" dirty="0" err="1"/>
              <a:t>promosi</a:t>
            </a:r>
            <a:r>
              <a:rPr lang="en-ID" sz="1600" b="0" dirty="0"/>
              <a:t> yang </a:t>
            </a:r>
            <a:r>
              <a:rPr lang="en-ID" sz="1600" b="0" dirty="0" err="1"/>
              <a:t>selaras</a:t>
            </a:r>
            <a:r>
              <a:rPr lang="en-ID" sz="1600" b="0" dirty="0"/>
              <a:t> </a:t>
            </a:r>
            <a:r>
              <a:rPr lang="en-ID" sz="1600" b="0" dirty="0" err="1"/>
              <a:t>dengan</a:t>
            </a:r>
            <a:r>
              <a:rPr lang="en-ID" sz="1600" b="0" dirty="0"/>
              <a:t> </a:t>
            </a:r>
            <a:r>
              <a:rPr lang="en-ID" sz="1600" b="0" dirty="0" err="1"/>
              <a:t>segmentasi</a:t>
            </a:r>
            <a:r>
              <a:rPr lang="en-ID" sz="1600" b="0" dirty="0"/>
              <a:t> 	</a:t>
            </a:r>
            <a:r>
              <a:rPr lang="en-ID" sz="1600" b="0" dirty="0" err="1"/>
              <a:t>demografis</a:t>
            </a:r>
            <a:r>
              <a:rPr lang="en-ID" sz="1600" b="0" dirty="0"/>
              <a:t> </a:t>
            </a:r>
            <a:r>
              <a:rPr lang="en-ID" sz="1600" b="0" dirty="0" err="1"/>
              <a:t>berdasarkan</a:t>
            </a:r>
            <a:r>
              <a:rPr lang="en-ID" sz="1600" b="0" dirty="0"/>
              <a:t> </a:t>
            </a:r>
            <a:r>
              <a:rPr lang="en-ID" sz="1600" b="0" dirty="0" err="1"/>
              <a:t>preferensi</a:t>
            </a:r>
            <a:r>
              <a:rPr lang="en-ID" sz="1600" b="0" dirty="0"/>
              <a:t> rating.</a:t>
            </a:r>
            <a:br>
              <a:rPr lang="en-ID" sz="1600" b="0" dirty="0"/>
            </a:br>
            <a:endParaRPr lang="en-ID" sz="1600" b="0" dirty="0"/>
          </a:p>
          <a:p>
            <a:pPr marL="0" lvl="0" indent="0" algn="l" rtl="0">
              <a:lnSpc>
                <a:spcPct val="150000"/>
              </a:lnSpc>
              <a:spcBef>
                <a:spcPts val="0"/>
              </a:spcBef>
              <a:spcAft>
                <a:spcPts val="0"/>
              </a:spcAft>
              <a:buNone/>
            </a:pPr>
            <a:endParaRPr sz="1600" b="0" dirty="0">
              <a:solidFill>
                <a:schemeClr val="accent2"/>
              </a:solidFill>
              <a:highlight>
                <a:schemeClr val="lt2"/>
              </a:highlight>
            </a:endParaRPr>
          </a:p>
        </p:txBody>
      </p:sp>
      <p:sp>
        <p:nvSpPr>
          <p:cNvPr id="441" name="Google Shape;441;p40"/>
          <p:cNvSpPr/>
          <p:nvPr/>
        </p:nvSpPr>
        <p:spPr>
          <a:xfrm flipH="1">
            <a:off x="7811389" y="762175"/>
            <a:ext cx="618600" cy="6186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40"/>
          <p:cNvSpPr/>
          <p:nvPr/>
        </p:nvSpPr>
        <p:spPr>
          <a:xfrm flipH="1">
            <a:off x="7580825" y="540650"/>
            <a:ext cx="728889" cy="728889"/>
          </a:xfrm>
          <a:custGeom>
            <a:avLst/>
            <a:gdLst/>
            <a:ahLst/>
            <a:cxnLst/>
            <a:rect l="l" t="t" r="r" b="b"/>
            <a:pathLst>
              <a:path w="36743" h="36743" extrusionOk="0">
                <a:moveTo>
                  <a:pt x="9081" y="461"/>
                </a:moveTo>
                <a:lnTo>
                  <a:pt x="9081" y="9102"/>
                </a:lnTo>
                <a:lnTo>
                  <a:pt x="440" y="9102"/>
                </a:lnTo>
                <a:lnTo>
                  <a:pt x="440" y="461"/>
                </a:lnTo>
                <a:close/>
                <a:moveTo>
                  <a:pt x="9081" y="9541"/>
                </a:moveTo>
                <a:lnTo>
                  <a:pt x="9081" y="18183"/>
                </a:lnTo>
                <a:lnTo>
                  <a:pt x="440" y="18183"/>
                </a:lnTo>
                <a:lnTo>
                  <a:pt x="440" y="9541"/>
                </a:lnTo>
                <a:close/>
                <a:moveTo>
                  <a:pt x="18162" y="9541"/>
                </a:moveTo>
                <a:lnTo>
                  <a:pt x="18162" y="18183"/>
                </a:lnTo>
                <a:lnTo>
                  <a:pt x="9521" y="18183"/>
                </a:lnTo>
                <a:lnTo>
                  <a:pt x="9521" y="9541"/>
                </a:lnTo>
                <a:close/>
                <a:moveTo>
                  <a:pt x="9081" y="18622"/>
                </a:moveTo>
                <a:lnTo>
                  <a:pt x="9081" y="27243"/>
                </a:lnTo>
                <a:lnTo>
                  <a:pt x="440" y="27243"/>
                </a:lnTo>
                <a:lnTo>
                  <a:pt x="440" y="18622"/>
                </a:lnTo>
                <a:close/>
                <a:moveTo>
                  <a:pt x="18162" y="18622"/>
                </a:moveTo>
                <a:lnTo>
                  <a:pt x="18162" y="27243"/>
                </a:lnTo>
                <a:lnTo>
                  <a:pt x="9521" y="27243"/>
                </a:lnTo>
                <a:lnTo>
                  <a:pt x="9521" y="18622"/>
                </a:lnTo>
                <a:close/>
                <a:moveTo>
                  <a:pt x="27222" y="18622"/>
                </a:moveTo>
                <a:lnTo>
                  <a:pt x="27222" y="27243"/>
                </a:lnTo>
                <a:lnTo>
                  <a:pt x="18602" y="27243"/>
                </a:lnTo>
                <a:lnTo>
                  <a:pt x="18602" y="18622"/>
                </a:lnTo>
                <a:close/>
                <a:moveTo>
                  <a:pt x="9081" y="27661"/>
                </a:moveTo>
                <a:lnTo>
                  <a:pt x="9081" y="36303"/>
                </a:lnTo>
                <a:lnTo>
                  <a:pt x="440" y="36303"/>
                </a:lnTo>
                <a:lnTo>
                  <a:pt x="440" y="27661"/>
                </a:lnTo>
                <a:close/>
                <a:moveTo>
                  <a:pt x="18162" y="27661"/>
                </a:moveTo>
                <a:lnTo>
                  <a:pt x="18162" y="36303"/>
                </a:lnTo>
                <a:lnTo>
                  <a:pt x="9521" y="36303"/>
                </a:lnTo>
                <a:lnTo>
                  <a:pt x="9521" y="27661"/>
                </a:lnTo>
                <a:close/>
                <a:moveTo>
                  <a:pt x="27222" y="27661"/>
                </a:moveTo>
                <a:lnTo>
                  <a:pt x="27222" y="36303"/>
                </a:lnTo>
                <a:lnTo>
                  <a:pt x="18602" y="36303"/>
                </a:lnTo>
                <a:lnTo>
                  <a:pt x="18602" y="27661"/>
                </a:lnTo>
                <a:close/>
                <a:moveTo>
                  <a:pt x="36303" y="27661"/>
                </a:moveTo>
                <a:lnTo>
                  <a:pt x="36303" y="36303"/>
                </a:lnTo>
                <a:lnTo>
                  <a:pt x="27661" y="36303"/>
                </a:lnTo>
                <a:lnTo>
                  <a:pt x="27661" y="27661"/>
                </a:lnTo>
                <a:close/>
                <a:moveTo>
                  <a:pt x="1" y="0"/>
                </a:moveTo>
                <a:lnTo>
                  <a:pt x="1" y="9060"/>
                </a:lnTo>
                <a:lnTo>
                  <a:pt x="1" y="9520"/>
                </a:lnTo>
                <a:lnTo>
                  <a:pt x="1" y="18141"/>
                </a:lnTo>
                <a:lnTo>
                  <a:pt x="1" y="18601"/>
                </a:lnTo>
                <a:lnTo>
                  <a:pt x="1" y="27222"/>
                </a:lnTo>
                <a:lnTo>
                  <a:pt x="1" y="27661"/>
                </a:lnTo>
                <a:lnTo>
                  <a:pt x="1" y="36742"/>
                </a:lnTo>
                <a:lnTo>
                  <a:pt x="36742" y="36742"/>
                </a:lnTo>
                <a:lnTo>
                  <a:pt x="36742" y="27222"/>
                </a:lnTo>
                <a:lnTo>
                  <a:pt x="27661" y="27222"/>
                </a:lnTo>
                <a:lnTo>
                  <a:pt x="27661" y="18141"/>
                </a:lnTo>
                <a:lnTo>
                  <a:pt x="18602" y="18141"/>
                </a:lnTo>
                <a:lnTo>
                  <a:pt x="18602" y="9060"/>
                </a:lnTo>
                <a:lnTo>
                  <a:pt x="9521" y="9060"/>
                </a:lnTo>
                <a:lnTo>
                  <a:pt x="9521" y="0"/>
                </a:lnTo>
                <a:close/>
              </a:path>
            </a:pathLst>
          </a:cu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 name="Google Shape;443;p40"/>
          <p:cNvGrpSpPr/>
          <p:nvPr/>
        </p:nvGrpSpPr>
        <p:grpSpPr>
          <a:xfrm rot="5400000">
            <a:off x="2041966" y="3861164"/>
            <a:ext cx="431895" cy="1356369"/>
            <a:chOff x="6385425" y="1587603"/>
            <a:chExt cx="763200" cy="2396836"/>
          </a:xfrm>
        </p:grpSpPr>
        <p:sp>
          <p:nvSpPr>
            <p:cNvPr id="444" name="Google Shape;444;p40"/>
            <p:cNvSpPr/>
            <p:nvPr/>
          </p:nvSpPr>
          <p:spPr>
            <a:xfrm rot="2700000">
              <a:off x="6497193" y="1699372"/>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40"/>
            <p:cNvSpPr/>
            <p:nvPr/>
          </p:nvSpPr>
          <p:spPr>
            <a:xfrm rot="2700000">
              <a:off x="6497193" y="2516182"/>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40"/>
            <p:cNvSpPr/>
            <p:nvPr/>
          </p:nvSpPr>
          <p:spPr>
            <a:xfrm rot="2700000">
              <a:off x="6497193" y="3333007"/>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7" name="Google Shape;447;p40"/>
          <p:cNvSpPr txBox="1"/>
          <p:nvPr/>
        </p:nvSpPr>
        <p:spPr>
          <a:xfrm>
            <a:off x="2936100" y="540650"/>
            <a:ext cx="30000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a:solidFill>
                  <a:schemeClr val="accent2"/>
                </a:solidFill>
                <a:highlight>
                  <a:schemeClr val="lt2"/>
                </a:highlight>
                <a:latin typeface="Raleway"/>
                <a:ea typeface="Raleway"/>
                <a:cs typeface="Raleway"/>
                <a:sym typeface="Raleway"/>
              </a:rPr>
              <a:t>Tujuan </a:t>
            </a:r>
            <a:endParaRPr sz="2400">
              <a:solidFill>
                <a:schemeClr val="accent2"/>
              </a:solidFill>
              <a:highlight>
                <a:schemeClr val="lt2"/>
              </a:highlight>
              <a:latin typeface="Raleway"/>
              <a:ea typeface="Raleway"/>
              <a:cs typeface="Raleway"/>
              <a:sym typeface="Raleway"/>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41"/>
          <p:cNvSpPr/>
          <p:nvPr/>
        </p:nvSpPr>
        <p:spPr>
          <a:xfrm flipH="1">
            <a:off x="6979275" y="368100"/>
            <a:ext cx="2302500" cy="47754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41"/>
          <p:cNvSpPr txBox="1">
            <a:spLocks noGrp="1"/>
          </p:cNvSpPr>
          <p:nvPr>
            <p:ph type="title"/>
          </p:nvPr>
        </p:nvSpPr>
        <p:spPr>
          <a:xfrm>
            <a:off x="526350" y="269788"/>
            <a:ext cx="63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ID" sz="2400"/>
              <a:t>Implementasi  Metode </a:t>
            </a:r>
            <a:r>
              <a:rPr lang="en-ID" sz="2400" b="0">
                <a:solidFill>
                  <a:schemeClr val="accent2"/>
                </a:solidFill>
                <a:highlight>
                  <a:schemeClr val="lt2"/>
                </a:highlight>
              </a:rPr>
              <a:t>CRISP-DM </a:t>
            </a:r>
            <a:endParaRPr lang="en-ID" sz="2400" b="0" dirty="0">
              <a:solidFill>
                <a:schemeClr val="accent2"/>
              </a:solidFill>
              <a:highlight>
                <a:schemeClr val="lt2"/>
              </a:highlight>
            </a:endParaRPr>
          </a:p>
        </p:txBody>
      </p:sp>
      <p:sp>
        <p:nvSpPr>
          <p:cNvPr id="454" name="Google Shape;454;p41"/>
          <p:cNvSpPr txBox="1">
            <a:spLocks noGrp="1"/>
          </p:cNvSpPr>
          <p:nvPr>
            <p:ph type="subTitle" idx="1"/>
          </p:nvPr>
        </p:nvSpPr>
        <p:spPr>
          <a:xfrm>
            <a:off x="602650" y="1198938"/>
            <a:ext cx="5800200" cy="621300"/>
          </a:xfrm>
          <a:prstGeom prst="rect">
            <a:avLst/>
          </a:prstGeom>
        </p:spPr>
        <p:txBody>
          <a:bodyPr spcFirstLastPara="1" wrap="square" lIns="91425" tIns="91425" rIns="91425" bIns="91425" anchor="t" anchorCtr="0">
            <a:noAutofit/>
          </a:bodyPr>
          <a:lstStyle/>
          <a:p>
            <a:pPr marL="171450" lvl="0" indent="-171450" algn="just" rtl="0">
              <a:spcBef>
                <a:spcPts val="0"/>
              </a:spcBef>
              <a:spcAft>
                <a:spcPts val="0"/>
              </a:spcAft>
              <a:buFont typeface="Arial" panose="020B0604020202020204" pitchFamily="34" charset="0"/>
              <a:buChar char="•"/>
            </a:pPr>
            <a:r>
              <a:rPr lang="en-ID" dirty="0" err="1">
                <a:latin typeface="Raleway"/>
                <a:ea typeface="Raleway"/>
                <a:cs typeface="Raleway"/>
                <a:sym typeface="Raleway"/>
              </a:rPr>
              <a:t>Permasalahan</a:t>
            </a:r>
            <a:r>
              <a:rPr lang="en-ID" dirty="0">
                <a:latin typeface="Raleway"/>
                <a:ea typeface="Raleway"/>
                <a:cs typeface="Raleway"/>
                <a:sym typeface="Raleway"/>
              </a:rPr>
              <a:t> </a:t>
            </a:r>
            <a:r>
              <a:rPr lang="en-ID" dirty="0" err="1">
                <a:latin typeface="Raleway"/>
                <a:ea typeface="Raleway"/>
                <a:cs typeface="Raleway"/>
                <a:sym typeface="Raleway"/>
              </a:rPr>
              <a:t>Bisnis</a:t>
            </a:r>
            <a:r>
              <a:rPr lang="en-ID" dirty="0">
                <a:latin typeface="Raleway"/>
                <a:ea typeface="Raleway"/>
                <a:cs typeface="Raleway"/>
                <a:sym typeface="Raleway"/>
              </a:rPr>
              <a:t>: </a:t>
            </a:r>
            <a:r>
              <a:rPr lang="en-ID" dirty="0" err="1">
                <a:latin typeface="Raleway"/>
                <a:ea typeface="Raleway"/>
                <a:cs typeface="Raleway"/>
                <a:sym typeface="Raleway"/>
              </a:rPr>
              <a:t>Menentukan</a:t>
            </a:r>
            <a:r>
              <a:rPr lang="en-ID" dirty="0">
                <a:latin typeface="Raleway"/>
                <a:ea typeface="Raleway"/>
                <a:cs typeface="Raleway"/>
                <a:sym typeface="Raleway"/>
              </a:rPr>
              <a:t> genre video game yang paling </a:t>
            </a:r>
            <a:r>
              <a:rPr lang="en-ID" dirty="0" err="1">
                <a:latin typeface="Raleway"/>
                <a:ea typeface="Raleway"/>
                <a:cs typeface="Raleway"/>
                <a:sym typeface="Raleway"/>
              </a:rPr>
              <a:t>diminati</a:t>
            </a:r>
            <a:r>
              <a:rPr lang="en-ID" dirty="0">
                <a:latin typeface="Raleway"/>
                <a:ea typeface="Raleway"/>
                <a:cs typeface="Raleway"/>
                <a:sym typeface="Raleway"/>
              </a:rPr>
              <a:t> </a:t>
            </a:r>
            <a:r>
              <a:rPr lang="en-ID" dirty="0" err="1">
                <a:latin typeface="Raleway"/>
                <a:ea typeface="Raleway"/>
                <a:cs typeface="Raleway"/>
                <a:sym typeface="Raleway"/>
              </a:rPr>
              <a:t>secara</a:t>
            </a:r>
            <a:r>
              <a:rPr lang="en-ID" dirty="0">
                <a:latin typeface="Raleway"/>
                <a:ea typeface="Raleway"/>
                <a:cs typeface="Raleway"/>
                <a:sym typeface="Raleway"/>
              </a:rPr>
              <a:t> global </a:t>
            </a:r>
            <a:r>
              <a:rPr lang="en-ID" dirty="0" err="1">
                <a:latin typeface="Raleway"/>
                <a:ea typeface="Raleway"/>
                <a:cs typeface="Raleway"/>
                <a:sym typeface="Raleway"/>
              </a:rPr>
              <a:t>untuk</a:t>
            </a:r>
            <a:r>
              <a:rPr lang="en-ID" dirty="0">
                <a:latin typeface="Raleway"/>
                <a:ea typeface="Raleway"/>
                <a:cs typeface="Raleway"/>
                <a:sym typeface="Raleway"/>
              </a:rPr>
              <a:t> </a:t>
            </a:r>
            <a:r>
              <a:rPr lang="en-ID" dirty="0" err="1">
                <a:latin typeface="Raleway"/>
                <a:ea typeface="Raleway"/>
                <a:cs typeface="Raleway"/>
                <a:sym typeface="Raleway"/>
              </a:rPr>
              <a:t>mendukung</a:t>
            </a:r>
            <a:r>
              <a:rPr lang="en-ID" dirty="0">
                <a:latin typeface="Raleway"/>
                <a:ea typeface="Raleway"/>
                <a:cs typeface="Raleway"/>
                <a:sym typeface="Raleway"/>
              </a:rPr>
              <a:t> strategi </a:t>
            </a:r>
            <a:r>
              <a:rPr lang="en-ID" dirty="0" err="1">
                <a:latin typeface="Raleway"/>
                <a:ea typeface="Raleway"/>
                <a:cs typeface="Raleway"/>
                <a:sym typeface="Raleway"/>
              </a:rPr>
              <a:t>peluncuran</a:t>
            </a:r>
            <a:r>
              <a:rPr lang="en-ID" dirty="0">
                <a:latin typeface="Raleway"/>
                <a:ea typeface="Raleway"/>
                <a:cs typeface="Raleway"/>
                <a:sym typeface="Raleway"/>
              </a:rPr>
              <a:t>, </a:t>
            </a:r>
            <a:r>
              <a:rPr lang="en-ID" dirty="0" err="1">
                <a:latin typeface="Raleway"/>
                <a:ea typeface="Raleway"/>
                <a:cs typeface="Raleway"/>
                <a:sym typeface="Raleway"/>
              </a:rPr>
              <a:t>promosi</a:t>
            </a:r>
            <a:r>
              <a:rPr lang="en-ID" dirty="0">
                <a:latin typeface="Raleway"/>
                <a:ea typeface="Raleway"/>
                <a:cs typeface="Raleway"/>
                <a:sym typeface="Raleway"/>
              </a:rPr>
              <a:t>, dan </a:t>
            </a:r>
            <a:r>
              <a:rPr lang="en-ID" dirty="0" err="1">
                <a:latin typeface="Raleway"/>
                <a:ea typeface="Raleway"/>
                <a:cs typeface="Raleway"/>
                <a:sym typeface="Raleway"/>
              </a:rPr>
              <a:t>segmentasi</a:t>
            </a:r>
            <a:r>
              <a:rPr lang="en-ID" dirty="0">
                <a:latin typeface="Raleway"/>
                <a:ea typeface="Raleway"/>
                <a:cs typeface="Raleway"/>
                <a:sym typeface="Raleway"/>
              </a:rPr>
              <a:t> pasar.</a:t>
            </a:r>
          </a:p>
          <a:p>
            <a:pPr marL="171450" lvl="0" indent="-171450" algn="just" rtl="0">
              <a:spcBef>
                <a:spcPts val="0"/>
              </a:spcBef>
              <a:spcAft>
                <a:spcPts val="0"/>
              </a:spcAft>
              <a:buFont typeface="Arial" panose="020B0604020202020204" pitchFamily="34" charset="0"/>
              <a:buChar char="•"/>
            </a:pPr>
            <a:r>
              <a:rPr lang="en-ID" dirty="0" err="1">
                <a:latin typeface="Raleway"/>
                <a:ea typeface="Raleway"/>
                <a:cs typeface="Raleway"/>
                <a:sym typeface="Raleway"/>
              </a:rPr>
              <a:t>Fokus</a:t>
            </a:r>
            <a:r>
              <a:rPr lang="en-ID" dirty="0">
                <a:latin typeface="Raleway"/>
                <a:ea typeface="Raleway"/>
                <a:cs typeface="Raleway"/>
                <a:sym typeface="Raleway"/>
              </a:rPr>
              <a:t> </a:t>
            </a:r>
            <a:r>
              <a:rPr lang="en-ID" dirty="0" err="1">
                <a:latin typeface="Raleway"/>
                <a:ea typeface="Raleway"/>
                <a:cs typeface="Raleway"/>
                <a:sym typeface="Raleway"/>
              </a:rPr>
              <a:t>Analitik</a:t>
            </a:r>
            <a:r>
              <a:rPr lang="en-ID" dirty="0">
                <a:latin typeface="Raleway"/>
                <a:ea typeface="Raleway"/>
                <a:cs typeface="Raleway"/>
                <a:sym typeface="Raleway"/>
              </a:rPr>
              <a:t>: </a:t>
            </a:r>
            <a:r>
              <a:rPr lang="en-ID" dirty="0" err="1">
                <a:latin typeface="Raleway"/>
                <a:ea typeface="Raleway"/>
                <a:cs typeface="Raleway"/>
                <a:sym typeface="Raleway"/>
              </a:rPr>
              <a:t>Menganalisis</a:t>
            </a:r>
            <a:r>
              <a:rPr lang="en-ID" dirty="0">
                <a:latin typeface="Raleway"/>
                <a:ea typeface="Raleway"/>
                <a:cs typeface="Raleway"/>
                <a:sym typeface="Raleway"/>
              </a:rPr>
              <a:t> </a:t>
            </a:r>
            <a:r>
              <a:rPr lang="en-ID" dirty="0" err="1">
                <a:latin typeface="Raleway"/>
                <a:ea typeface="Raleway"/>
                <a:cs typeface="Raleway"/>
                <a:sym typeface="Raleway"/>
              </a:rPr>
              <a:t>variabel</a:t>
            </a:r>
            <a:r>
              <a:rPr lang="en-ID" dirty="0">
                <a:latin typeface="Raleway"/>
                <a:ea typeface="Raleway"/>
                <a:cs typeface="Raleway"/>
                <a:sym typeface="Raleway"/>
              </a:rPr>
              <a:t> genre, platform, wilayah </a:t>
            </a:r>
            <a:r>
              <a:rPr lang="en-ID" dirty="0" err="1">
                <a:latin typeface="Raleway"/>
                <a:ea typeface="Raleway"/>
                <a:cs typeface="Raleway"/>
                <a:sym typeface="Raleway"/>
              </a:rPr>
              <a:t>distribusi</a:t>
            </a:r>
            <a:r>
              <a:rPr lang="en-ID" dirty="0">
                <a:latin typeface="Raleway"/>
                <a:ea typeface="Raleway"/>
                <a:cs typeface="Raleway"/>
                <a:sym typeface="Raleway"/>
              </a:rPr>
              <a:t>, dan </a:t>
            </a:r>
            <a:r>
              <a:rPr lang="en-ID" dirty="0" err="1">
                <a:latin typeface="Raleway"/>
                <a:ea typeface="Raleway"/>
                <a:cs typeface="Raleway"/>
                <a:sym typeface="Raleway"/>
              </a:rPr>
              <a:t>kategori</a:t>
            </a:r>
            <a:r>
              <a:rPr lang="en-ID" dirty="0">
                <a:latin typeface="Raleway"/>
                <a:ea typeface="Raleway"/>
                <a:cs typeface="Raleway"/>
                <a:sym typeface="Raleway"/>
              </a:rPr>
              <a:t> rating </a:t>
            </a:r>
            <a:r>
              <a:rPr lang="en-ID" dirty="0" err="1">
                <a:latin typeface="Raleway"/>
                <a:ea typeface="Raleway"/>
                <a:cs typeface="Raleway"/>
                <a:sym typeface="Raleway"/>
              </a:rPr>
              <a:t>sebagai</a:t>
            </a:r>
            <a:r>
              <a:rPr lang="en-ID" dirty="0">
                <a:latin typeface="Raleway"/>
                <a:ea typeface="Raleway"/>
                <a:cs typeface="Raleway"/>
                <a:sym typeface="Raleway"/>
              </a:rPr>
              <a:t> </a:t>
            </a:r>
            <a:r>
              <a:rPr lang="en-ID" dirty="0" err="1">
                <a:latin typeface="Raleway"/>
                <a:ea typeface="Raleway"/>
                <a:cs typeface="Raleway"/>
                <a:sym typeface="Raleway"/>
              </a:rPr>
              <a:t>faktor</a:t>
            </a:r>
            <a:r>
              <a:rPr lang="en-ID" dirty="0">
                <a:latin typeface="Raleway"/>
                <a:ea typeface="Raleway"/>
                <a:cs typeface="Raleway"/>
                <a:sym typeface="Raleway"/>
              </a:rPr>
              <a:t> </a:t>
            </a:r>
            <a:r>
              <a:rPr lang="en-ID" dirty="0" err="1">
                <a:latin typeface="Raleway"/>
                <a:ea typeface="Raleway"/>
                <a:cs typeface="Raleway"/>
                <a:sym typeface="Raleway"/>
              </a:rPr>
              <a:t>utama</a:t>
            </a:r>
            <a:r>
              <a:rPr lang="en-ID" dirty="0">
                <a:latin typeface="Raleway"/>
                <a:ea typeface="Raleway"/>
                <a:cs typeface="Raleway"/>
                <a:sym typeface="Raleway"/>
              </a:rPr>
              <a:t> yang </a:t>
            </a:r>
            <a:r>
              <a:rPr lang="en-ID" dirty="0" err="1">
                <a:latin typeface="Raleway"/>
                <a:ea typeface="Raleway"/>
                <a:cs typeface="Raleway"/>
                <a:sym typeface="Raleway"/>
              </a:rPr>
              <a:t>memengaruhi</a:t>
            </a:r>
            <a:r>
              <a:rPr lang="en-ID" dirty="0">
                <a:latin typeface="Raleway"/>
                <a:ea typeface="Raleway"/>
                <a:cs typeface="Raleway"/>
                <a:sym typeface="Raleway"/>
              </a:rPr>
              <a:t> </a:t>
            </a:r>
            <a:r>
              <a:rPr lang="en-ID" dirty="0" err="1">
                <a:latin typeface="Raleway"/>
                <a:ea typeface="Raleway"/>
                <a:cs typeface="Raleway"/>
                <a:sym typeface="Raleway"/>
              </a:rPr>
              <a:t>performa</a:t>
            </a:r>
            <a:r>
              <a:rPr lang="en-ID" dirty="0">
                <a:latin typeface="Raleway"/>
                <a:ea typeface="Raleway"/>
                <a:cs typeface="Raleway"/>
                <a:sym typeface="Raleway"/>
              </a:rPr>
              <a:t> </a:t>
            </a:r>
            <a:r>
              <a:rPr lang="en-ID" dirty="0" err="1">
                <a:latin typeface="Raleway"/>
                <a:ea typeface="Raleway"/>
                <a:cs typeface="Raleway"/>
                <a:sym typeface="Raleway"/>
              </a:rPr>
              <a:t>penjualan</a:t>
            </a:r>
            <a:r>
              <a:rPr lang="en-ID" dirty="0">
                <a:latin typeface="Raleway"/>
                <a:ea typeface="Raleway"/>
                <a:cs typeface="Raleway"/>
                <a:sym typeface="Raleway"/>
              </a:rPr>
              <a:t> dan </a:t>
            </a:r>
            <a:r>
              <a:rPr lang="en-ID" dirty="0" err="1">
                <a:latin typeface="Raleway"/>
                <a:ea typeface="Raleway"/>
                <a:cs typeface="Raleway"/>
                <a:sym typeface="Raleway"/>
              </a:rPr>
              <a:t>preferensi</a:t>
            </a:r>
            <a:r>
              <a:rPr lang="en-ID" dirty="0">
                <a:latin typeface="Raleway"/>
                <a:ea typeface="Raleway"/>
                <a:cs typeface="Raleway"/>
                <a:sym typeface="Raleway"/>
              </a:rPr>
              <a:t> </a:t>
            </a:r>
            <a:r>
              <a:rPr lang="en-ID" dirty="0" err="1">
                <a:latin typeface="Raleway"/>
                <a:ea typeface="Raleway"/>
                <a:cs typeface="Raleway"/>
                <a:sym typeface="Raleway"/>
              </a:rPr>
              <a:t>konsumen</a:t>
            </a:r>
            <a:r>
              <a:rPr lang="en-ID" dirty="0">
                <a:latin typeface="Raleway"/>
                <a:ea typeface="Raleway"/>
                <a:cs typeface="Raleway"/>
                <a:sym typeface="Raleway"/>
              </a:rPr>
              <a:t>.</a:t>
            </a:r>
          </a:p>
          <a:p>
            <a:pPr marL="171450" lvl="0" indent="-171450" algn="just" rtl="0">
              <a:spcBef>
                <a:spcPts val="0"/>
              </a:spcBef>
              <a:spcAft>
                <a:spcPts val="0"/>
              </a:spcAft>
              <a:buFont typeface="Arial" panose="020B0604020202020204" pitchFamily="34" charset="0"/>
              <a:buChar char="•"/>
            </a:pPr>
            <a:r>
              <a:rPr lang="en-ID" dirty="0" err="1">
                <a:latin typeface="Raleway"/>
                <a:ea typeface="Raleway"/>
                <a:cs typeface="Raleway"/>
                <a:sym typeface="Raleway"/>
              </a:rPr>
              <a:t>Pendekatan</a:t>
            </a:r>
            <a:r>
              <a:rPr lang="en-ID" dirty="0">
                <a:latin typeface="Raleway"/>
                <a:ea typeface="Raleway"/>
                <a:cs typeface="Raleway"/>
                <a:sym typeface="Raleway"/>
              </a:rPr>
              <a:t> </a:t>
            </a:r>
            <a:r>
              <a:rPr lang="en-ID" dirty="0" err="1">
                <a:latin typeface="Raleway"/>
                <a:ea typeface="Raleway"/>
                <a:cs typeface="Raleway"/>
                <a:sym typeface="Raleway"/>
              </a:rPr>
              <a:t>Metodologis</a:t>
            </a:r>
            <a:r>
              <a:rPr lang="en-ID" dirty="0">
                <a:latin typeface="Raleway"/>
                <a:ea typeface="Raleway"/>
                <a:cs typeface="Raleway"/>
                <a:sym typeface="Raleway"/>
              </a:rPr>
              <a:t>: </a:t>
            </a:r>
            <a:r>
              <a:rPr lang="en-ID" dirty="0" err="1">
                <a:latin typeface="Raleway"/>
                <a:ea typeface="Raleway"/>
                <a:cs typeface="Raleway"/>
                <a:sym typeface="Raleway"/>
              </a:rPr>
              <a:t>Menggunakan</a:t>
            </a:r>
            <a:r>
              <a:rPr lang="en-ID" dirty="0">
                <a:latin typeface="Raleway"/>
                <a:ea typeface="Raleway"/>
                <a:cs typeface="Raleway"/>
                <a:sym typeface="Raleway"/>
              </a:rPr>
              <a:t> </a:t>
            </a:r>
            <a:r>
              <a:rPr lang="en-ID" dirty="0" err="1">
                <a:latin typeface="Raleway"/>
                <a:ea typeface="Raleway"/>
                <a:cs typeface="Raleway"/>
                <a:sym typeface="Raleway"/>
              </a:rPr>
              <a:t>kerangka</a:t>
            </a:r>
            <a:r>
              <a:rPr lang="en-ID" dirty="0">
                <a:latin typeface="Raleway"/>
                <a:ea typeface="Raleway"/>
                <a:cs typeface="Raleway"/>
                <a:sym typeface="Raleway"/>
              </a:rPr>
              <a:t> </a:t>
            </a:r>
            <a:r>
              <a:rPr lang="en-ID" dirty="0" err="1">
                <a:latin typeface="Raleway"/>
                <a:ea typeface="Raleway"/>
                <a:cs typeface="Raleway"/>
                <a:sym typeface="Raleway"/>
              </a:rPr>
              <a:t>kerja</a:t>
            </a:r>
            <a:r>
              <a:rPr lang="en-ID" dirty="0">
                <a:latin typeface="Raleway"/>
                <a:ea typeface="Raleway"/>
                <a:cs typeface="Raleway"/>
                <a:sym typeface="Raleway"/>
              </a:rPr>
              <a:t> CRISP-DM </a:t>
            </a:r>
            <a:r>
              <a:rPr lang="en-ID" dirty="0" err="1">
                <a:latin typeface="Raleway"/>
                <a:ea typeface="Raleway"/>
                <a:cs typeface="Raleway"/>
                <a:sym typeface="Raleway"/>
              </a:rPr>
              <a:t>secara</a:t>
            </a:r>
            <a:r>
              <a:rPr lang="en-ID" dirty="0">
                <a:latin typeface="Raleway"/>
                <a:ea typeface="Raleway"/>
                <a:cs typeface="Raleway"/>
                <a:sym typeface="Raleway"/>
              </a:rPr>
              <a:t> </a:t>
            </a:r>
            <a:r>
              <a:rPr lang="en-ID" dirty="0" err="1">
                <a:latin typeface="Raleway"/>
                <a:ea typeface="Raleway"/>
                <a:cs typeface="Raleway"/>
                <a:sym typeface="Raleway"/>
              </a:rPr>
              <a:t>sistematis</a:t>
            </a:r>
            <a:r>
              <a:rPr lang="en-ID" dirty="0">
                <a:latin typeface="Raleway"/>
                <a:ea typeface="Raleway"/>
                <a:cs typeface="Raleway"/>
                <a:sym typeface="Raleway"/>
              </a:rPr>
              <a:t>, </a:t>
            </a:r>
            <a:r>
              <a:rPr lang="en-ID" dirty="0" err="1">
                <a:latin typeface="Raleway"/>
                <a:ea typeface="Raleway"/>
                <a:cs typeface="Raleway"/>
                <a:sym typeface="Raleway"/>
              </a:rPr>
              <a:t>mulai</a:t>
            </a:r>
            <a:r>
              <a:rPr lang="en-ID" dirty="0">
                <a:latin typeface="Raleway"/>
                <a:ea typeface="Raleway"/>
                <a:cs typeface="Raleway"/>
                <a:sym typeface="Raleway"/>
              </a:rPr>
              <a:t> </a:t>
            </a:r>
            <a:r>
              <a:rPr lang="en-ID" dirty="0" err="1">
                <a:latin typeface="Raleway"/>
                <a:ea typeface="Raleway"/>
                <a:cs typeface="Raleway"/>
                <a:sym typeface="Raleway"/>
              </a:rPr>
              <a:t>dari</a:t>
            </a:r>
            <a:r>
              <a:rPr lang="en-ID" dirty="0">
                <a:latin typeface="Raleway"/>
                <a:ea typeface="Raleway"/>
                <a:cs typeface="Raleway"/>
                <a:sym typeface="Raleway"/>
              </a:rPr>
              <a:t> </a:t>
            </a:r>
            <a:r>
              <a:rPr lang="en-ID" dirty="0" err="1">
                <a:latin typeface="Raleway"/>
                <a:ea typeface="Raleway"/>
                <a:cs typeface="Raleway"/>
                <a:sym typeface="Raleway"/>
              </a:rPr>
              <a:t>pemahaman</a:t>
            </a:r>
            <a:r>
              <a:rPr lang="en-ID" dirty="0">
                <a:latin typeface="Raleway"/>
                <a:ea typeface="Raleway"/>
                <a:cs typeface="Raleway"/>
                <a:sym typeface="Raleway"/>
              </a:rPr>
              <a:t> </a:t>
            </a:r>
            <a:r>
              <a:rPr lang="en-ID" dirty="0" err="1">
                <a:latin typeface="Raleway"/>
                <a:ea typeface="Raleway"/>
                <a:cs typeface="Raleway"/>
                <a:sym typeface="Raleway"/>
              </a:rPr>
              <a:t>bisnis</a:t>
            </a:r>
            <a:r>
              <a:rPr lang="en-ID" dirty="0">
                <a:latin typeface="Raleway"/>
                <a:ea typeface="Raleway"/>
                <a:cs typeface="Raleway"/>
                <a:sym typeface="Raleway"/>
              </a:rPr>
              <a:t> </a:t>
            </a:r>
            <a:r>
              <a:rPr lang="en-ID" dirty="0" err="1">
                <a:latin typeface="Raleway"/>
                <a:ea typeface="Raleway"/>
                <a:cs typeface="Raleway"/>
                <a:sym typeface="Raleway"/>
              </a:rPr>
              <a:t>hingga</a:t>
            </a:r>
            <a:r>
              <a:rPr lang="en-ID" dirty="0">
                <a:latin typeface="Raleway"/>
                <a:ea typeface="Raleway"/>
                <a:cs typeface="Raleway"/>
                <a:sym typeface="Raleway"/>
              </a:rPr>
              <a:t> </a:t>
            </a:r>
            <a:r>
              <a:rPr lang="en-ID" dirty="0" err="1">
                <a:latin typeface="Raleway"/>
                <a:ea typeface="Raleway"/>
                <a:cs typeface="Raleway"/>
                <a:sym typeface="Raleway"/>
              </a:rPr>
              <a:t>penyajian</a:t>
            </a:r>
            <a:r>
              <a:rPr lang="en-ID" dirty="0">
                <a:latin typeface="Raleway"/>
                <a:ea typeface="Raleway"/>
                <a:cs typeface="Raleway"/>
                <a:sym typeface="Raleway"/>
              </a:rPr>
              <a:t> insight </a:t>
            </a:r>
            <a:r>
              <a:rPr lang="en-ID" dirty="0" err="1">
                <a:latin typeface="Raleway"/>
                <a:ea typeface="Raleway"/>
                <a:cs typeface="Raleway"/>
                <a:sym typeface="Raleway"/>
              </a:rPr>
              <a:t>berbasis</a:t>
            </a:r>
            <a:r>
              <a:rPr lang="en-ID" dirty="0">
                <a:latin typeface="Raleway"/>
                <a:ea typeface="Raleway"/>
                <a:cs typeface="Raleway"/>
                <a:sym typeface="Raleway"/>
              </a:rPr>
              <a:t> data.</a:t>
            </a:r>
          </a:p>
          <a:p>
            <a:pPr marL="171450" lvl="0" indent="-171450" algn="just" rtl="0">
              <a:spcBef>
                <a:spcPts val="0"/>
              </a:spcBef>
              <a:spcAft>
                <a:spcPts val="0"/>
              </a:spcAft>
              <a:buFont typeface="Arial" panose="020B0604020202020204" pitchFamily="34" charset="0"/>
              <a:buChar char="•"/>
            </a:pPr>
            <a:r>
              <a:rPr lang="en-ID" dirty="0" err="1">
                <a:latin typeface="Raleway"/>
                <a:ea typeface="Raleway"/>
                <a:cs typeface="Raleway"/>
                <a:sym typeface="Raleway"/>
              </a:rPr>
              <a:t>Hipotesis</a:t>
            </a:r>
            <a:r>
              <a:rPr lang="en-ID" dirty="0">
                <a:latin typeface="Raleway"/>
                <a:ea typeface="Raleway"/>
                <a:cs typeface="Raleway"/>
                <a:sym typeface="Raleway"/>
              </a:rPr>
              <a:t> Awal: </a:t>
            </a:r>
          </a:p>
          <a:p>
            <a:pPr marL="628650" lvl="1" indent="-171450" algn="just">
              <a:buFont typeface="Wingdings" panose="05000000000000000000" pitchFamily="2" charset="2"/>
              <a:buChar char="v"/>
            </a:pPr>
            <a:r>
              <a:rPr lang="en-ID" dirty="0">
                <a:latin typeface="Raleway"/>
                <a:ea typeface="Raleway"/>
                <a:cs typeface="Raleway"/>
                <a:sym typeface="Raleway"/>
              </a:rPr>
              <a:t>Genre Action dan Sports </a:t>
            </a:r>
            <a:r>
              <a:rPr lang="en-ID" dirty="0" err="1">
                <a:latin typeface="Raleway"/>
                <a:ea typeface="Raleway"/>
                <a:cs typeface="Raleway"/>
                <a:sym typeface="Raleway"/>
              </a:rPr>
              <a:t>memiliki</a:t>
            </a:r>
            <a:r>
              <a:rPr lang="en-ID" dirty="0">
                <a:latin typeface="Raleway"/>
                <a:ea typeface="Raleway"/>
                <a:cs typeface="Raleway"/>
                <a:sym typeface="Raleway"/>
              </a:rPr>
              <a:t> volume </a:t>
            </a:r>
            <a:r>
              <a:rPr lang="en-ID" dirty="0" err="1">
                <a:latin typeface="Raleway"/>
                <a:ea typeface="Raleway"/>
                <a:cs typeface="Raleway"/>
                <a:sym typeface="Raleway"/>
              </a:rPr>
              <a:t>penjualan</a:t>
            </a:r>
            <a:r>
              <a:rPr lang="en-ID" dirty="0">
                <a:latin typeface="Raleway"/>
                <a:ea typeface="Raleway"/>
                <a:cs typeface="Raleway"/>
                <a:sym typeface="Raleway"/>
              </a:rPr>
              <a:t> </a:t>
            </a:r>
            <a:r>
              <a:rPr lang="en-ID" dirty="0" err="1">
                <a:latin typeface="Raleway"/>
                <a:ea typeface="Raleway"/>
                <a:cs typeface="Raleway"/>
                <a:sym typeface="Raleway"/>
              </a:rPr>
              <a:t>tertinggi</a:t>
            </a:r>
            <a:r>
              <a:rPr lang="en-ID" dirty="0">
                <a:latin typeface="Raleway"/>
                <a:ea typeface="Raleway"/>
                <a:cs typeface="Raleway"/>
                <a:sym typeface="Raleway"/>
              </a:rPr>
              <a:t> </a:t>
            </a:r>
            <a:r>
              <a:rPr lang="en-ID" dirty="0" err="1">
                <a:latin typeface="Raleway"/>
                <a:ea typeface="Raleway"/>
                <a:cs typeface="Raleway"/>
                <a:sym typeface="Raleway"/>
              </a:rPr>
              <a:t>secara</a:t>
            </a:r>
            <a:r>
              <a:rPr lang="en-ID" dirty="0">
                <a:latin typeface="Raleway"/>
                <a:ea typeface="Raleway"/>
                <a:cs typeface="Raleway"/>
                <a:sym typeface="Raleway"/>
              </a:rPr>
              <a:t> global.</a:t>
            </a:r>
          </a:p>
          <a:p>
            <a:pPr marL="628650" lvl="1" indent="-171450" algn="just">
              <a:buFont typeface="Wingdings" panose="05000000000000000000" pitchFamily="2" charset="2"/>
              <a:buChar char="v"/>
            </a:pPr>
            <a:r>
              <a:rPr lang="en-ID" dirty="0" err="1">
                <a:latin typeface="Raleway"/>
                <a:ea typeface="Raleway"/>
                <a:cs typeface="Raleway"/>
                <a:sym typeface="Raleway"/>
              </a:rPr>
              <a:t>Preferensi</a:t>
            </a:r>
            <a:r>
              <a:rPr lang="en-ID" dirty="0">
                <a:latin typeface="Raleway"/>
                <a:ea typeface="Raleway"/>
                <a:cs typeface="Raleway"/>
                <a:sym typeface="Raleway"/>
              </a:rPr>
              <a:t> genre </a:t>
            </a:r>
            <a:r>
              <a:rPr lang="en-ID" dirty="0" err="1">
                <a:latin typeface="Raleway"/>
                <a:ea typeface="Raleway"/>
                <a:cs typeface="Raleway"/>
                <a:sym typeface="Raleway"/>
              </a:rPr>
              <a:t>berbeda</a:t>
            </a:r>
            <a:r>
              <a:rPr lang="en-ID" dirty="0">
                <a:latin typeface="Raleway"/>
                <a:ea typeface="Raleway"/>
                <a:cs typeface="Raleway"/>
                <a:sym typeface="Raleway"/>
              </a:rPr>
              <a:t> </a:t>
            </a:r>
            <a:r>
              <a:rPr lang="en-ID" dirty="0" err="1">
                <a:latin typeface="Raleway"/>
                <a:ea typeface="Raleway"/>
                <a:cs typeface="Raleway"/>
                <a:sym typeface="Raleway"/>
              </a:rPr>
              <a:t>signifikan</a:t>
            </a:r>
            <a:r>
              <a:rPr lang="en-ID" dirty="0">
                <a:latin typeface="Raleway"/>
                <a:ea typeface="Raleway"/>
                <a:cs typeface="Raleway"/>
                <a:sym typeface="Raleway"/>
              </a:rPr>
              <a:t> </a:t>
            </a:r>
            <a:r>
              <a:rPr lang="en-ID" dirty="0" err="1">
                <a:latin typeface="Raleway"/>
                <a:ea typeface="Raleway"/>
                <a:cs typeface="Raleway"/>
                <a:sym typeface="Raleway"/>
              </a:rPr>
              <a:t>antar</a:t>
            </a:r>
            <a:r>
              <a:rPr lang="en-ID" dirty="0">
                <a:latin typeface="Raleway"/>
                <a:ea typeface="Raleway"/>
                <a:cs typeface="Raleway"/>
                <a:sym typeface="Raleway"/>
              </a:rPr>
              <a:t> wilayah (Amerika Utara, </a:t>
            </a:r>
            <a:r>
              <a:rPr lang="en-ID" dirty="0" err="1">
                <a:latin typeface="Raleway"/>
                <a:ea typeface="Raleway"/>
                <a:cs typeface="Raleway"/>
                <a:sym typeface="Raleway"/>
              </a:rPr>
              <a:t>Eropa</a:t>
            </a:r>
            <a:r>
              <a:rPr lang="en-ID" dirty="0">
                <a:latin typeface="Raleway"/>
                <a:ea typeface="Raleway"/>
                <a:cs typeface="Raleway"/>
                <a:sym typeface="Raleway"/>
              </a:rPr>
              <a:t>, </a:t>
            </a:r>
            <a:r>
              <a:rPr lang="en-ID" dirty="0" err="1">
                <a:latin typeface="Raleway"/>
                <a:ea typeface="Raleway"/>
                <a:cs typeface="Raleway"/>
                <a:sym typeface="Raleway"/>
              </a:rPr>
              <a:t>Jepang</a:t>
            </a:r>
            <a:r>
              <a:rPr lang="en-ID" dirty="0">
                <a:latin typeface="Raleway"/>
                <a:ea typeface="Raleway"/>
                <a:cs typeface="Raleway"/>
                <a:sym typeface="Raleway"/>
              </a:rPr>
              <a:t>).</a:t>
            </a:r>
          </a:p>
          <a:p>
            <a:pPr marL="628650" lvl="1" indent="-171450" algn="just">
              <a:buFont typeface="Wingdings" panose="05000000000000000000" pitchFamily="2" charset="2"/>
              <a:buChar char="v"/>
            </a:pPr>
            <a:r>
              <a:rPr lang="en-ID" dirty="0">
                <a:latin typeface="Raleway"/>
                <a:ea typeface="Raleway"/>
                <a:cs typeface="Raleway"/>
                <a:sym typeface="Raleway"/>
              </a:rPr>
              <a:t>Genre </a:t>
            </a:r>
            <a:r>
              <a:rPr lang="en-ID" dirty="0" err="1">
                <a:latin typeface="Raleway"/>
                <a:ea typeface="Raleway"/>
                <a:cs typeface="Raleway"/>
                <a:sym typeface="Raleway"/>
              </a:rPr>
              <a:t>dengan</a:t>
            </a:r>
            <a:r>
              <a:rPr lang="en-ID" dirty="0">
                <a:latin typeface="Raleway"/>
                <a:ea typeface="Raleway"/>
                <a:cs typeface="Raleway"/>
                <a:sym typeface="Raleway"/>
              </a:rPr>
              <a:t> rating Everyone </a:t>
            </a:r>
            <a:r>
              <a:rPr lang="en-ID" dirty="0" err="1">
                <a:latin typeface="Raleway"/>
                <a:ea typeface="Raleway"/>
                <a:cs typeface="Raleway"/>
                <a:sym typeface="Raleway"/>
              </a:rPr>
              <a:t>memiliki</a:t>
            </a:r>
            <a:r>
              <a:rPr lang="en-ID" dirty="0">
                <a:latin typeface="Raleway"/>
                <a:ea typeface="Raleway"/>
                <a:cs typeface="Raleway"/>
                <a:sym typeface="Raleway"/>
              </a:rPr>
              <a:t> </a:t>
            </a:r>
            <a:r>
              <a:rPr lang="en-ID" dirty="0" err="1">
                <a:latin typeface="Raleway"/>
                <a:ea typeface="Raleway"/>
                <a:cs typeface="Raleway"/>
                <a:sym typeface="Raleway"/>
              </a:rPr>
              <a:t>distribusi</a:t>
            </a:r>
            <a:r>
              <a:rPr lang="en-ID" dirty="0">
                <a:latin typeface="Raleway"/>
                <a:ea typeface="Raleway"/>
                <a:cs typeface="Raleway"/>
                <a:sym typeface="Raleway"/>
              </a:rPr>
              <a:t> </a:t>
            </a:r>
            <a:r>
              <a:rPr lang="en-ID" dirty="0" err="1">
                <a:latin typeface="Raleway"/>
                <a:ea typeface="Raleway"/>
                <a:cs typeface="Raleway"/>
                <a:sym typeface="Raleway"/>
              </a:rPr>
              <a:t>penjualan</a:t>
            </a:r>
            <a:r>
              <a:rPr lang="en-ID" dirty="0">
                <a:latin typeface="Raleway"/>
                <a:ea typeface="Raleway"/>
                <a:cs typeface="Raleway"/>
                <a:sym typeface="Raleway"/>
              </a:rPr>
              <a:t> yang </a:t>
            </a:r>
            <a:r>
              <a:rPr lang="en-ID" dirty="0" err="1">
                <a:latin typeface="Raleway"/>
                <a:ea typeface="Raleway"/>
                <a:cs typeface="Raleway"/>
                <a:sym typeface="Raleway"/>
              </a:rPr>
              <a:t>lebih</a:t>
            </a:r>
            <a:r>
              <a:rPr lang="en-ID" dirty="0">
                <a:latin typeface="Raleway"/>
                <a:ea typeface="Raleway"/>
                <a:cs typeface="Raleway"/>
                <a:sym typeface="Raleway"/>
              </a:rPr>
              <a:t> </a:t>
            </a:r>
            <a:r>
              <a:rPr lang="en-ID" dirty="0" err="1">
                <a:latin typeface="Raleway"/>
                <a:ea typeface="Raleway"/>
                <a:cs typeface="Raleway"/>
                <a:sym typeface="Raleway"/>
              </a:rPr>
              <a:t>luas</a:t>
            </a:r>
            <a:r>
              <a:rPr lang="en-ID" dirty="0">
                <a:latin typeface="Raleway"/>
                <a:ea typeface="Raleway"/>
                <a:cs typeface="Raleway"/>
                <a:sym typeface="Raleway"/>
              </a:rPr>
              <a:t> dan </a:t>
            </a:r>
            <a:r>
              <a:rPr lang="en-ID" dirty="0" err="1">
                <a:latin typeface="Raleway"/>
                <a:ea typeface="Raleway"/>
                <a:cs typeface="Raleway"/>
                <a:sym typeface="Raleway"/>
              </a:rPr>
              <a:t>stabil</a:t>
            </a:r>
            <a:r>
              <a:rPr lang="en-ID" dirty="0">
                <a:latin typeface="Raleway"/>
                <a:ea typeface="Raleway"/>
                <a:cs typeface="Raleway"/>
                <a:sym typeface="Raleway"/>
              </a:rPr>
              <a:t> </a:t>
            </a:r>
            <a:r>
              <a:rPr lang="en-ID" dirty="0" err="1">
                <a:latin typeface="Raleway"/>
                <a:ea typeface="Raleway"/>
                <a:cs typeface="Raleway"/>
                <a:sym typeface="Raleway"/>
              </a:rPr>
              <a:t>dibandingkan</a:t>
            </a:r>
            <a:r>
              <a:rPr lang="en-ID" dirty="0">
                <a:latin typeface="Raleway"/>
                <a:ea typeface="Raleway"/>
                <a:cs typeface="Raleway"/>
                <a:sym typeface="Raleway"/>
              </a:rPr>
              <a:t> rating Mature.</a:t>
            </a:r>
            <a:endParaRPr dirty="0">
              <a:latin typeface="Raleway"/>
              <a:ea typeface="Raleway"/>
              <a:cs typeface="Raleway"/>
              <a:sym typeface="Raleway"/>
            </a:endParaRPr>
          </a:p>
        </p:txBody>
      </p:sp>
      <p:sp>
        <p:nvSpPr>
          <p:cNvPr id="455" name="Google Shape;455;p41"/>
          <p:cNvSpPr/>
          <p:nvPr/>
        </p:nvSpPr>
        <p:spPr>
          <a:xfrm>
            <a:off x="51079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41"/>
          <p:cNvSpPr/>
          <p:nvPr/>
        </p:nvSpPr>
        <p:spPr>
          <a:xfrm>
            <a:off x="6920450" y="540650"/>
            <a:ext cx="2739846" cy="4602821"/>
          </a:xfrm>
          <a:custGeom>
            <a:avLst/>
            <a:gdLst/>
            <a:ahLst/>
            <a:cxnLst/>
            <a:rect l="l" t="t" r="r" b="b"/>
            <a:pathLst>
              <a:path w="28896" h="48544" extrusionOk="0">
                <a:moveTo>
                  <a:pt x="23749" y="0"/>
                </a:moveTo>
                <a:lnTo>
                  <a:pt x="1" y="48543"/>
                </a:lnTo>
                <a:lnTo>
                  <a:pt x="5148" y="48543"/>
                </a:lnTo>
                <a:lnTo>
                  <a:pt x="288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41"/>
          <p:cNvSpPr/>
          <p:nvPr/>
        </p:nvSpPr>
        <p:spPr>
          <a:xfrm>
            <a:off x="6780300" y="2654875"/>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41"/>
          <p:cNvSpPr/>
          <p:nvPr/>
        </p:nvSpPr>
        <p:spPr>
          <a:xfrm>
            <a:off x="8409727" y="1189140"/>
            <a:ext cx="1129314" cy="1465742"/>
          </a:xfrm>
          <a:custGeom>
            <a:avLst/>
            <a:gdLst/>
            <a:ahLst/>
            <a:cxnLst/>
            <a:rect l="l" t="t" r="r" b="b"/>
            <a:pathLst>
              <a:path w="28583" h="37098" extrusionOk="0">
                <a:moveTo>
                  <a:pt x="18162" y="0"/>
                </a:moveTo>
                <a:lnTo>
                  <a:pt x="13685" y="9144"/>
                </a:lnTo>
                <a:lnTo>
                  <a:pt x="1" y="37098"/>
                </a:lnTo>
                <a:lnTo>
                  <a:pt x="10420" y="37098"/>
                </a:lnTo>
                <a:lnTo>
                  <a:pt x="2858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41"/>
          <p:cNvSpPr/>
          <p:nvPr/>
        </p:nvSpPr>
        <p:spPr>
          <a:xfrm rot="-5400000">
            <a:off x="6332114" y="4206065"/>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0" name="Google Shape;460;p41"/>
          <p:cNvGrpSpPr/>
          <p:nvPr/>
        </p:nvGrpSpPr>
        <p:grpSpPr>
          <a:xfrm rot="-5400000">
            <a:off x="5699115" y="3939429"/>
            <a:ext cx="431895" cy="1356369"/>
            <a:chOff x="6385425" y="1587603"/>
            <a:chExt cx="763200" cy="2396836"/>
          </a:xfrm>
        </p:grpSpPr>
        <p:sp>
          <p:nvSpPr>
            <p:cNvPr id="461" name="Google Shape;461;p41"/>
            <p:cNvSpPr/>
            <p:nvPr/>
          </p:nvSpPr>
          <p:spPr>
            <a:xfrm rot="2700000">
              <a:off x="6497193" y="169937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41"/>
            <p:cNvSpPr/>
            <p:nvPr/>
          </p:nvSpPr>
          <p:spPr>
            <a:xfrm rot="2700000">
              <a:off x="6497193" y="251618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41"/>
            <p:cNvSpPr/>
            <p:nvPr/>
          </p:nvSpPr>
          <p:spPr>
            <a:xfrm rot="2700000">
              <a:off x="6497193" y="3333007"/>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1"/>
          <p:cNvGrpSpPr/>
          <p:nvPr/>
        </p:nvGrpSpPr>
        <p:grpSpPr>
          <a:xfrm>
            <a:off x="7179675" y="368100"/>
            <a:ext cx="1281575" cy="238575"/>
            <a:chOff x="1256325" y="2604375"/>
            <a:chExt cx="1281575" cy="238575"/>
          </a:xfrm>
        </p:grpSpPr>
        <p:sp>
          <p:nvSpPr>
            <p:cNvPr id="465" name="Google Shape;465;p41"/>
            <p:cNvSpPr/>
            <p:nvPr/>
          </p:nvSpPr>
          <p:spPr>
            <a:xfrm>
              <a:off x="1256325" y="2604375"/>
              <a:ext cx="285100" cy="238575"/>
            </a:xfrm>
            <a:custGeom>
              <a:avLst/>
              <a:gdLst/>
              <a:ahLst/>
              <a:cxnLst/>
              <a:rect l="l" t="t" r="r" b="b"/>
              <a:pathLst>
                <a:path w="11404" h="9543" extrusionOk="0">
                  <a:moveTo>
                    <a:pt x="9562" y="1"/>
                  </a:moveTo>
                  <a:lnTo>
                    <a:pt x="0"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41"/>
            <p:cNvSpPr/>
            <p:nvPr/>
          </p:nvSpPr>
          <p:spPr>
            <a:xfrm>
              <a:off x="1398600" y="2604375"/>
              <a:ext cx="284575" cy="238575"/>
            </a:xfrm>
            <a:custGeom>
              <a:avLst/>
              <a:gdLst/>
              <a:ahLst/>
              <a:cxnLst/>
              <a:rect l="l" t="t" r="r" b="b"/>
              <a:pathLst>
                <a:path w="11383" h="9543" extrusionOk="0">
                  <a:moveTo>
                    <a:pt x="9563" y="1"/>
                  </a:moveTo>
                  <a:lnTo>
                    <a:pt x="0" y="9542"/>
                  </a:lnTo>
                  <a:lnTo>
                    <a:pt x="1842"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41"/>
            <p:cNvSpPr/>
            <p:nvPr/>
          </p:nvSpPr>
          <p:spPr>
            <a:xfrm>
              <a:off x="1541400"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41"/>
            <p:cNvSpPr/>
            <p:nvPr/>
          </p:nvSpPr>
          <p:spPr>
            <a:xfrm>
              <a:off x="1683150" y="2604375"/>
              <a:ext cx="285125" cy="238575"/>
            </a:xfrm>
            <a:custGeom>
              <a:avLst/>
              <a:gdLst/>
              <a:ahLst/>
              <a:cxnLst/>
              <a:rect l="l" t="t" r="r" b="b"/>
              <a:pathLst>
                <a:path w="11405" h="9543" extrusionOk="0">
                  <a:moveTo>
                    <a:pt x="9584" y="1"/>
                  </a:moveTo>
                  <a:lnTo>
                    <a:pt x="1" y="9542"/>
                  </a:lnTo>
                  <a:lnTo>
                    <a:pt x="1842"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41"/>
            <p:cNvSpPr/>
            <p:nvPr/>
          </p:nvSpPr>
          <p:spPr>
            <a:xfrm>
              <a:off x="1825950" y="2604375"/>
              <a:ext cx="285125" cy="238575"/>
            </a:xfrm>
            <a:custGeom>
              <a:avLst/>
              <a:gdLst/>
              <a:ahLst/>
              <a:cxnLst/>
              <a:rect l="l" t="t" r="r" b="b"/>
              <a:pathLst>
                <a:path w="11405" h="9543" extrusionOk="0">
                  <a:moveTo>
                    <a:pt x="9563" y="1"/>
                  </a:moveTo>
                  <a:lnTo>
                    <a:pt x="1"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41"/>
            <p:cNvSpPr/>
            <p:nvPr/>
          </p:nvSpPr>
          <p:spPr>
            <a:xfrm>
              <a:off x="1968250" y="2604375"/>
              <a:ext cx="285100" cy="238575"/>
            </a:xfrm>
            <a:custGeom>
              <a:avLst/>
              <a:gdLst/>
              <a:ahLst/>
              <a:cxnLst/>
              <a:rect l="l" t="t" r="r" b="b"/>
              <a:pathLst>
                <a:path w="11404" h="9543" extrusionOk="0">
                  <a:moveTo>
                    <a:pt x="9583" y="1"/>
                  </a:moveTo>
                  <a:lnTo>
                    <a:pt x="0" y="9542"/>
                  </a:lnTo>
                  <a:lnTo>
                    <a:pt x="184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41"/>
            <p:cNvSpPr/>
            <p:nvPr/>
          </p:nvSpPr>
          <p:spPr>
            <a:xfrm>
              <a:off x="2111050" y="2604375"/>
              <a:ext cx="284050" cy="238575"/>
            </a:xfrm>
            <a:custGeom>
              <a:avLst/>
              <a:gdLst/>
              <a:ahLst/>
              <a:cxnLst/>
              <a:rect l="l" t="t" r="r" b="b"/>
              <a:pathLst>
                <a:path w="11362" h="9543" extrusionOk="0">
                  <a:moveTo>
                    <a:pt x="9562" y="1"/>
                  </a:moveTo>
                  <a:lnTo>
                    <a:pt x="0" y="9542"/>
                  </a:lnTo>
                  <a:lnTo>
                    <a:pt x="1821" y="9542"/>
                  </a:lnTo>
                  <a:lnTo>
                    <a:pt x="113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41"/>
            <p:cNvSpPr/>
            <p:nvPr/>
          </p:nvSpPr>
          <p:spPr>
            <a:xfrm>
              <a:off x="2253325"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3" name="Google Shape;473;p41"/>
          <p:cNvSpPr txBox="1">
            <a:spLocks noGrp="1"/>
          </p:cNvSpPr>
          <p:nvPr>
            <p:ph type="title" idx="4294967295"/>
          </p:nvPr>
        </p:nvSpPr>
        <p:spPr>
          <a:xfrm>
            <a:off x="602653" y="842500"/>
            <a:ext cx="3607500" cy="478200"/>
          </a:xfrm>
          <a:prstGeom prst="rect">
            <a:avLst/>
          </a:prstGeom>
        </p:spPr>
        <p:txBody>
          <a:bodyPr spcFirstLastPara="1" wrap="square" lIns="91425" tIns="91425" rIns="91425" bIns="91425" anchor="t" anchorCtr="0">
            <a:noAutofit/>
          </a:bodyPr>
          <a:lstStyle/>
          <a:p>
            <a:pPr marL="457200" lvl="0" indent="-336550" algn="l" rtl="0">
              <a:spcBef>
                <a:spcPts val="0"/>
              </a:spcBef>
              <a:spcAft>
                <a:spcPts val="0"/>
              </a:spcAft>
              <a:buSzPts val="1700"/>
              <a:buAutoNum type="alphaUcPeriod"/>
            </a:pPr>
            <a:r>
              <a:rPr lang="en" sz="1700"/>
              <a:t>Bussines Understanding</a:t>
            </a:r>
            <a:endParaRPr sz="17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1" name="Google Shape;441;p40"/>
          <p:cNvSpPr/>
          <p:nvPr/>
        </p:nvSpPr>
        <p:spPr>
          <a:xfrm flipH="1">
            <a:off x="7811389" y="762175"/>
            <a:ext cx="618600" cy="6186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40"/>
          <p:cNvSpPr/>
          <p:nvPr/>
        </p:nvSpPr>
        <p:spPr>
          <a:xfrm flipH="1">
            <a:off x="7580825" y="540650"/>
            <a:ext cx="728889" cy="728889"/>
          </a:xfrm>
          <a:custGeom>
            <a:avLst/>
            <a:gdLst/>
            <a:ahLst/>
            <a:cxnLst/>
            <a:rect l="l" t="t" r="r" b="b"/>
            <a:pathLst>
              <a:path w="36743" h="36743" extrusionOk="0">
                <a:moveTo>
                  <a:pt x="9081" y="461"/>
                </a:moveTo>
                <a:lnTo>
                  <a:pt x="9081" y="9102"/>
                </a:lnTo>
                <a:lnTo>
                  <a:pt x="440" y="9102"/>
                </a:lnTo>
                <a:lnTo>
                  <a:pt x="440" y="461"/>
                </a:lnTo>
                <a:close/>
                <a:moveTo>
                  <a:pt x="9081" y="9541"/>
                </a:moveTo>
                <a:lnTo>
                  <a:pt x="9081" y="18183"/>
                </a:lnTo>
                <a:lnTo>
                  <a:pt x="440" y="18183"/>
                </a:lnTo>
                <a:lnTo>
                  <a:pt x="440" y="9541"/>
                </a:lnTo>
                <a:close/>
                <a:moveTo>
                  <a:pt x="18162" y="9541"/>
                </a:moveTo>
                <a:lnTo>
                  <a:pt x="18162" y="18183"/>
                </a:lnTo>
                <a:lnTo>
                  <a:pt x="9521" y="18183"/>
                </a:lnTo>
                <a:lnTo>
                  <a:pt x="9521" y="9541"/>
                </a:lnTo>
                <a:close/>
                <a:moveTo>
                  <a:pt x="9081" y="18622"/>
                </a:moveTo>
                <a:lnTo>
                  <a:pt x="9081" y="27243"/>
                </a:lnTo>
                <a:lnTo>
                  <a:pt x="440" y="27243"/>
                </a:lnTo>
                <a:lnTo>
                  <a:pt x="440" y="18622"/>
                </a:lnTo>
                <a:close/>
                <a:moveTo>
                  <a:pt x="18162" y="18622"/>
                </a:moveTo>
                <a:lnTo>
                  <a:pt x="18162" y="27243"/>
                </a:lnTo>
                <a:lnTo>
                  <a:pt x="9521" y="27243"/>
                </a:lnTo>
                <a:lnTo>
                  <a:pt x="9521" y="18622"/>
                </a:lnTo>
                <a:close/>
                <a:moveTo>
                  <a:pt x="27222" y="18622"/>
                </a:moveTo>
                <a:lnTo>
                  <a:pt x="27222" y="27243"/>
                </a:lnTo>
                <a:lnTo>
                  <a:pt x="18602" y="27243"/>
                </a:lnTo>
                <a:lnTo>
                  <a:pt x="18602" y="18622"/>
                </a:lnTo>
                <a:close/>
                <a:moveTo>
                  <a:pt x="9081" y="27661"/>
                </a:moveTo>
                <a:lnTo>
                  <a:pt x="9081" y="36303"/>
                </a:lnTo>
                <a:lnTo>
                  <a:pt x="440" y="36303"/>
                </a:lnTo>
                <a:lnTo>
                  <a:pt x="440" y="27661"/>
                </a:lnTo>
                <a:close/>
                <a:moveTo>
                  <a:pt x="18162" y="27661"/>
                </a:moveTo>
                <a:lnTo>
                  <a:pt x="18162" y="36303"/>
                </a:lnTo>
                <a:lnTo>
                  <a:pt x="9521" y="36303"/>
                </a:lnTo>
                <a:lnTo>
                  <a:pt x="9521" y="27661"/>
                </a:lnTo>
                <a:close/>
                <a:moveTo>
                  <a:pt x="27222" y="27661"/>
                </a:moveTo>
                <a:lnTo>
                  <a:pt x="27222" y="36303"/>
                </a:lnTo>
                <a:lnTo>
                  <a:pt x="18602" y="36303"/>
                </a:lnTo>
                <a:lnTo>
                  <a:pt x="18602" y="27661"/>
                </a:lnTo>
                <a:close/>
                <a:moveTo>
                  <a:pt x="36303" y="27661"/>
                </a:moveTo>
                <a:lnTo>
                  <a:pt x="36303" y="36303"/>
                </a:lnTo>
                <a:lnTo>
                  <a:pt x="27661" y="36303"/>
                </a:lnTo>
                <a:lnTo>
                  <a:pt x="27661" y="27661"/>
                </a:lnTo>
                <a:close/>
                <a:moveTo>
                  <a:pt x="1" y="0"/>
                </a:moveTo>
                <a:lnTo>
                  <a:pt x="1" y="9060"/>
                </a:lnTo>
                <a:lnTo>
                  <a:pt x="1" y="9520"/>
                </a:lnTo>
                <a:lnTo>
                  <a:pt x="1" y="18141"/>
                </a:lnTo>
                <a:lnTo>
                  <a:pt x="1" y="18601"/>
                </a:lnTo>
                <a:lnTo>
                  <a:pt x="1" y="27222"/>
                </a:lnTo>
                <a:lnTo>
                  <a:pt x="1" y="27661"/>
                </a:lnTo>
                <a:lnTo>
                  <a:pt x="1" y="36742"/>
                </a:lnTo>
                <a:lnTo>
                  <a:pt x="36742" y="36742"/>
                </a:lnTo>
                <a:lnTo>
                  <a:pt x="36742" y="27222"/>
                </a:lnTo>
                <a:lnTo>
                  <a:pt x="27661" y="27222"/>
                </a:lnTo>
                <a:lnTo>
                  <a:pt x="27661" y="18141"/>
                </a:lnTo>
                <a:lnTo>
                  <a:pt x="18602" y="18141"/>
                </a:lnTo>
                <a:lnTo>
                  <a:pt x="18602" y="9060"/>
                </a:lnTo>
                <a:lnTo>
                  <a:pt x="9521" y="9060"/>
                </a:lnTo>
                <a:lnTo>
                  <a:pt x="9521" y="0"/>
                </a:lnTo>
                <a:close/>
              </a:path>
            </a:pathLst>
          </a:cu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 name="Google Shape;443;p40"/>
          <p:cNvGrpSpPr/>
          <p:nvPr/>
        </p:nvGrpSpPr>
        <p:grpSpPr>
          <a:xfrm rot="5400000">
            <a:off x="2041966" y="3861164"/>
            <a:ext cx="431895" cy="1356369"/>
            <a:chOff x="6385425" y="1587603"/>
            <a:chExt cx="763200" cy="2396836"/>
          </a:xfrm>
        </p:grpSpPr>
        <p:sp>
          <p:nvSpPr>
            <p:cNvPr id="444" name="Google Shape;444;p40"/>
            <p:cNvSpPr/>
            <p:nvPr/>
          </p:nvSpPr>
          <p:spPr>
            <a:xfrm rot="2700000">
              <a:off x="6497193" y="1699372"/>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40"/>
            <p:cNvSpPr/>
            <p:nvPr/>
          </p:nvSpPr>
          <p:spPr>
            <a:xfrm rot="2700000">
              <a:off x="6497193" y="2516182"/>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40"/>
            <p:cNvSpPr/>
            <p:nvPr/>
          </p:nvSpPr>
          <p:spPr>
            <a:xfrm rot="2700000">
              <a:off x="6497193" y="3333007"/>
              <a:ext cx="539664" cy="539664"/>
            </a:xfrm>
            <a:prstGeom prst="plus">
              <a:avLst>
                <a:gd name="adj" fmla="val 31291"/>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 name="Google Shape;453;p41">
            <a:extLst>
              <a:ext uri="{FF2B5EF4-FFF2-40B4-BE49-F238E27FC236}">
                <a16:creationId xmlns:a16="http://schemas.microsoft.com/office/drawing/2014/main" id="{1D39DF0A-B173-4189-B7C7-8678990ED1CF}"/>
              </a:ext>
            </a:extLst>
          </p:cNvPr>
          <p:cNvSpPr txBox="1">
            <a:spLocks/>
          </p:cNvSpPr>
          <p:nvPr/>
        </p:nvSpPr>
        <p:spPr>
          <a:xfrm>
            <a:off x="1795676" y="475825"/>
            <a:ext cx="63462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2"/>
              </a:buClr>
              <a:buSzPts val="3300"/>
              <a:buFont typeface="Raleway"/>
              <a:buNone/>
              <a:defRPr sz="3300" b="1" i="0" u="none" strike="noStrike" cap="none">
                <a:solidFill>
                  <a:schemeClr val="lt2"/>
                </a:solidFill>
                <a:latin typeface="Raleway"/>
                <a:ea typeface="Raleway"/>
                <a:cs typeface="Raleway"/>
                <a:sym typeface="Raleway"/>
              </a:defRPr>
            </a:lvl1pPr>
            <a:lvl2pPr marR="0" lvl="1"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2pPr>
            <a:lvl3pPr marR="0" lvl="2"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3pPr>
            <a:lvl4pPr marR="0" lvl="3"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4pPr>
            <a:lvl5pPr marR="0" lvl="4"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5pPr>
            <a:lvl6pPr marR="0" lvl="5"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6pPr>
            <a:lvl7pPr marR="0" lvl="6"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7pPr>
            <a:lvl8pPr marR="0" lvl="7"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8pPr>
            <a:lvl9pPr marR="0" lvl="8"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9pPr>
          </a:lstStyle>
          <a:p>
            <a:r>
              <a:rPr lang="en-ID" sz="2400"/>
              <a:t>Implementasi  Metode </a:t>
            </a:r>
            <a:r>
              <a:rPr lang="en-ID" sz="2400" b="0">
                <a:solidFill>
                  <a:schemeClr val="accent2"/>
                </a:solidFill>
                <a:highlight>
                  <a:schemeClr val="lt2"/>
                </a:highlight>
              </a:rPr>
              <a:t>CRISP-DM </a:t>
            </a:r>
            <a:endParaRPr lang="en-ID" sz="2400" b="0" dirty="0">
              <a:solidFill>
                <a:schemeClr val="accent2"/>
              </a:solidFill>
              <a:highlight>
                <a:schemeClr val="lt2"/>
              </a:highlight>
            </a:endParaRPr>
          </a:p>
        </p:txBody>
      </p:sp>
      <p:sp>
        <p:nvSpPr>
          <p:cNvPr id="13" name="Google Shape;474;p41">
            <a:extLst>
              <a:ext uri="{FF2B5EF4-FFF2-40B4-BE49-F238E27FC236}">
                <a16:creationId xmlns:a16="http://schemas.microsoft.com/office/drawing/2014/main" id="{EA779837-F499-4216-86DD-B8A79CF0C3B7}"/>
              </a:ext>
            </a:extLst>
          </p:cNvPr>
          <p:cNvSpPr txBox="1">
            <a:spLocks/>
          </p:cNvSpPr>
          <p:nvPr/>
        </p:nvSpPr>
        <p:spPr>
          <a:xfrm>
            <a:off x="670116" y="1071475"/>
            <a:ext cx="3607500" cy="4782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2"/>
              </a:buClr>
              <a:buSzPts val="3300"/>
              <a:buFont typeface="Raleway"/>
              <a:buNone/>
              <a:defRPr sz="3300" b="1" i="0" u="none" strike="noStrike" cap="none">
                <a:solidFill>
                  <a:schemeClr val="lt2"/>
                </a:solidFill>
                <a:latin typeface="Raleway"/>
                <a:ea typeface="Raleway"/>
                <a:cs typeface="Raleway"/>
                <a:sym typeface="Raleway"/>
              </a:defRPr>
            </a:lvl1pPr>
            <a:lvl2pPr marR="0" lvl="1"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2pPr>
            <a:lvl3pPr marR="0" lvl="2"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3pPr>
            <a:lvl4pPr marR="0" lvl="3"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4pPr>
            <a:lvl5pPr marR="0" lvl="4"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5pPr>
            <a:lvl6pPr marR="0" lvl="5"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6pPr>
            <a:lvl7pPr marR="0" lvl="6"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7pPr>
            <a:lvl8pPr marR="0" lvl="7"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8pPr>
            <a:lvl9pPr marR="0" lvl="8" algn="l" rtl="0">
              <a:lnSpc>
                <a:spcPct val="100000"/>
              </a:lnSpc>
              <a:spcBef>
                <a:spcPts val="0"/>
              </a:spcBef>
              <a:spcAft>
                <a:spcPts val="0"/>
              </a:spcAft>
              <a:buClr>
                <a:schemeClr val="lt2"/>
              </a:buClr>
              <a:buSzPts val="2800"/>
              <a:buFont typeface="Arial"/>
              <a:buNone/>
              <a:defRPr sz="2800" b="0" i="0" u="none" strike="noStrike" cap="none">
                <a:solidFill>
                  <a:schemeClr val="lt2"/>
                </a:solidFill>
                <a:latin typeface="Arial"/>
                <a:ea typeface="Arial"/>
                <a:cs typeface="Arial"/>
                <a:sym typeface="Arial"/>
              </a:defRPr>
            </a:lvl9pPr>
          </a:lstStyle>
          <a:p>
            <a:r>
              <a:rPr lang="en-ID" sz="1700"/>
              <a:t>B. 	Data Understanding</a:t>
            </a:r>
            <a:endParaRPr lang="en-ID" sz="1700" dirty="0"/>
          </a:p>
        </p:txBody>
      </p:sp>
      <p:sp>
        <p:nvSpPr>
          <p:cNvPr id="14" name="Google Shape;475;p41">
            <a:extLst>
              <a:ext uri="{FF2B5EF4-FFF2-40B4-BE49-F238E27FC236}">
                <a16:creationId xmlns:a16="http://schemas.microsoft.com/office/drawing/2014/main" id="{02344DA0-D595-4C88-801F-7CFB9AFC85AE}"/>
              </a:ext>
            </a:extLst>
          </p:cNvPr>
          <p:cNvSpPr txBox="1">
            <a:spLocks noGrp="1"/>
          </p:cNvSpPr>
          <p:nvPr>
            <p:ph type="subTitle" idx="1"/>
          </p:nvPr>
        </p:nvSpPr>
        <p:spPr>
          <a:xfrm>
            <a:off x="670116" y="1537188"/>
            <a:ext cx="4693200" cy="8982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1100" dirty="0">
                <a:solidFill>
                  <a:schemeClr val="dk1"/>
                </a:solidFill>
                <a:latin typeface="Raleway"/>
                <a:ea typeface="Raleway"/>
                <a:cs typeface="Raleway"/>
                <a:sym typeface="Raleway"/>
              </a:rPr>
              <a:t>Analisis menggunakan dataset </a:t>
            </a:r>
            <a:r>
              <a:rPr lang="en" sz="1100" i="1" dirty="0">
                <a:solidFill>
                  <a:schemeClr val="dk1"/>
                </a:solidFill>
                <a:latin typeface="Raleway"/>
                <a:ea typeface="Raleway"/>
                <a:cs typeface="Raleway"/>
                <a:sym typeface="Raleway"/>
              </a:rPr>
              <a:t>Global Video Game Sales</a:t>
            </a:r>
            <a:r>
              <a:rPr lang="en" sz="1100" dirty="0">
                <a:solidFill>
                  <a:schemeClr val="dk1"/>
                </a:solidFill>
                <a:latin typeface="Raleway"/>
                <a:ea typeface="Raleway"/>
                <a:cs typeface="Raleway"/>
                <a:sym typeface="Raleway"/>
              </a:rPr>
              <a:t> yang mencakup penjualan game dari berbagai platform (PlayStation, Xbox, Nintendo, PC) dan wilayah (NA, EU, JP, Others).</a:t>
            </a:r>
            <a:endParaRPr sz="1100" dirty="0">
              <a:solidFill>
                <a:schemeClr val="dk1"/>
              </a:solidFill>
              <a:latin typeface="Raleway"/>
              <a:ea typeface="Raleway"/>
              <a:cs typeface="Raleway"/>
              <a:sym typeface="Raleway"/>
            </a:endParaRPr>
          </a:p>
          <a:p>
            <a:pPr marL="457200" lvl="0" indent="-298450" algn="l" rtl="0">
              <a:lnSpc>
                <a:spcPct val="115000"/>
              </a:lnSpc>
              <a:spcBef>
                <a:spcPts val="1200"/>
              </a:spcBef>
              <a:spcAft>
                <a:spcPts val="0"/>
              </a:spcAft>
              <a:buClr>
                <a:schemeClr val="dk1"/>
              </a:buClr>
              <a:buSzPts val="1100"/>
              <a:buFont typeface="Arial"/>
              <a:buChar char="●"/>
            </a:pPr>
            <a:r>
              <a:rPr lang="en" sz="1100" b="1" dirty="0">
                <a:solidFill>
                  <a:schemeClr val="dk1"/>
                </a:solidFill>
                <a:latin typeface="Raleway"/>
                <a:ea typeface="Raleway"/>
                <a:cs typeface="Raleway"/>
                <a:sym typeface="Raleway"/>
              </a:rPr>
              <a:t>Tipe Data</a:t>
            </a:r>
            <a:r>
              <a:rPr lang="en" sz="1100" dirty="0">
                <a:solidFill>
                  <a:schemeClr val="dk1"/>
                </a:solidFill>
                <a:latin typeface="Raleway"/>
                <a:ea typeface="Raleway"/>
                <a:cs typeface="Raleway"/>
                <a:sym typeface="Raleway"/>
              </a:rPr>
              <a:t>: Terdiri dari 11 atribut utama, termasuk data numerik (penjualan, tahun) dan kategorikal (genre, platform). Total data ±16.500 baris.</a:t>
            </a:r>
            <a:endParaRPr sz="1100" dirty="0">
              <a:solidFill>
                <a:schemeClr val="dk1"/>
              </a:solidFill>
              <a:latin typeface="Raleway"/>
              <a:ea typeface="Raleway"/>
              <a:cs typeface="Raleway"/>
              <a:sym typeface="Raleway"/>
            </a:endParaRPr>
          </a:p>
          <a:p>
            <a:pPr marL="457200" lvl="0" indent="-298450" algn="l" rtl="0">
              <a:lnSpc>
                <a:spcPct val="115000"/>
              </a:lnSpc>
              <a:spcBef>
                <a:spcPts val="0"/>
              </a:spcBef>
              <a:spcAft>
                <a:spcPts val="0"/>
              </a:spcAft>
              <a:buClr>
                <a:schemeClr val="dk1"/>
              </a:buClr>
              <a:buSzPts val="1100"/>
              <a:buFont typeface="Arial"/>
              <a:buChar char="●"/>
            </a:pPr>
            <a:r>
              <a:rPr lang="en" sz="1100" b="1" dirty="0">
                <a:solidFill>
                  <a:schemeClr val="dk1"/>
                </a:solidFill>
                <a:latin typeface="Raleway"/>
                <a:ea typeface="Raleway"/>
                <a:cs typeface="Raleway"/>
                <a:sym typeface="Raleway"/>
              </a:rPr>
              <a:t>Missing Value</a:t>
            </a:r>
            <a:r>
              <a:rPr lang="en" sz="1100" dirty="0">
                <a:solidFill>
                  <a:schemeClr val="dk1"/>
                </a:solidFill>
                <a:latin typeface="Raleway"/>
                <a:ea typeface="Raleway"/>
                <a:cs typeface="Raleway"/>
                <a:sym typeface="Raleway"/>
              </a:rPr>
              <a:t>: Ditemukan nilai kosong pada kolom </a:t>
            </a:r>
            <a:r>
              <a:rPr lang="en" sz="1100" i="1" dirty="0">
                <a:solidFill>
                  <a:schemeClr val="dk1"/>
                </a:solidFill>
                <a:latin typeface="Raleway"/>
                <a:ea typeface="Raleway"/>
                <a:cs typeface="Raleway"/>
                <a:sym typeface="Raleway"/>
              </a:rPr>
              <a:t>Year</a:t>
            </a:r>
            <a:r>
              <a:rPr lang="en" sz="1100" dirty="0">
                <a:solidFill>
                  <a:schemeClr val="dk1"/>
                </a:solidFill>
                <a:latin typeface="Raleway"/>
                <a:ea typeface="Raleway"/>
                <a:cs typeface="Raleway"/>
                <a:sym typeface="Raleway"/>
              </a:rPr>
              <a:t> dan </a:t>
            </a:r>
            <a:r>
              <a:rPr lang="en" sz="1100" i="1" dirty="0">
                <a:solidFill>
                  <a:schemeClr val="dk1"/>
                </a:solidFill>
                <a:latin typeface="Raleway"/>
                <a:ea typeface="Raleway"/>
                <a:cs typeface="Raleway"/>
                <a:sym typeface="Raleway"/>
              </a:rPr>
              <a:t>Publisher</a:t>
            </a:r>
            <a:r>
              <a:rPr lang="en" sz="1100" dirty="0">
                <a:solidFill>
                  <a:schemeClr val="dk1"/>
                </a:solidFill>
                <a:latin typeface="Raleway"/>
                <a:ea typeface="Raleway"/>
                <a:cs typeface="Raleway"/>
                <a:sym typeface="Raleway"/>
              </a:rPr>
              <a:t>, kemungkinan akibat data rilisan lama dan sumber yang tidak lengkap.</a:t>
            </a:r>
            <a:endParaRPr sz="1100" dirty="0">
              <a:solidFill>
                <a:schemeClr val="dk1"/>
              </a:solidFill>
              <a:latin typeface="Raleway"/>
              <a:ea typeface="Raleway"/>
              <a:cs typeface="Raleway"/>
              <a:sym typeface="Raleway"/>
            </a:endParaRPr>
          </a:p>
          <a:p>
            <a:pPr marL="457200" lvl="0" indent="-298450" algn="l" rtl="0">
              <a:lnSpc>
                <a:spcPct val="115000"/>
              </a:lnSpc>
              <a:spcBef>
                <a:spcPts val="0"/>
              </a:spcBef>
              <a:spcAft>
                <a:spcPts val="0"/>
              </a:spcAft>
              <a:buClr>
                <a:schemeClr val="dk1"/>
              </a:buClr>
              <a:buSzPts val="1100"/>
              <a:buFont typeface="Arial"/>
              <a:buChar char="●"/>
            </a:pPr>
            <a:r>
              <a:rPr lang="en" sz="1100" b="1" dirty="0">
                <a:solidFill>
                  <a:schemeClr val="dk1"/>
                </a:solidFill>
                <a:latin typeface="Raleway"/>
                <a:ea typeface="Raleway"/>
                <a:cs typeface="Raleway"/>
                <a:sym typeface="Raleway"/>
              </a:rPr>
              <a:t>Outlier</a:t>
            </a:r>
            <a:r>
              <a:rPr lang="en" sz="1100" dirty="0">
                <a:solidFill>
                  <a:schemeClr val="dk1"/>
                </a:solidFill>
                <a:latin typeface="Raleway"/>
                <a:ea typeface="Raleway"/>
                <a:cs typeface="Raleway"/>
                <a:sym typeface="Raleway"/>
              </a:rPr>
              <a:t>: Berdasarkan box plot kolom </a:t>
            </a:r>
            <a:r>
              <a:rPr lang="en" sz="1100" i="1" dirty="0">
                <a:solidFill>
                  <a:schemeClr val="dk1"/>
                </a:solidFill>
                <a:latin typeface="Raleway"/>
                <a:ea typeface="Raleway"/>
                <a:cs typeface="Raleway"/>
                <a:sym typeface="Raleway"/>
              </a:rPr>
              <a:t>Rank</a:t>
            </a:r>
            <a:r>
              <a:rPr lang="en" sz="1100" dirty="0">
                <a:solidFill>
                  <a:schemeClr val="dk1"/>
                </a:solidFill>
                <a:latin typeface="Raleway"/>
                <a:ea typeface="Raleway"/>
                <a:cs typeface="Raleway"/>
                <a:sym typeface="Raleway"/>
              </a:rPr>
              <a:t>, tidak ditemukan outlier. Distribusi data stabil dan dapat langsung digunakan untuk analisis lanjutan.</a:t>
            </a:r>
            <a:endParaRPr sz="1100" dirty="0">
              <a:solidFill>
                <a:schemeClr val="dk1"/>
              </a:solidFill>
              <a:latin typeface="Raleway"/>
              <a:ea typeface="Raleway"/>
              <a:cs typeface="Raleway"/>
              <a:sym typeface="Raleway"/>
            </a:endParaRPr>
          </a:p>
          <a:p>
            <a:pPr marL="0" lvl="0" indent="0" algn="just" rtl="0">
              <a:spcBef>
                <a:spcPts val="1200"/>
              </a:spcBef>
              <a:spcAft>
                <a:spcPts val="0"/>
              </a:spcAft>
              <a:buNone/>
            </a:pPr>
            <a:endParaRPr dirty="0">
              <a:latin typeface="Raleway"/>
              <a:ea typeface="Raleway"/>
              <a:cs typeface="Raleway"/>
              <a:sym typeface="Raleway"/>
            </a:endParaRPr>
          </a:p>
        </p:txBody>
      </p:sp>
    </p:spTree>
    <p:extLst>
      <p:ext uri="{BB962C8B-B14F-4D97-AF65-F5344CB8AC3E}">
        <p14:creationId xmlns:p14="http://schemas.microsoft.com/office/powerpoint/2010/main" val="38790082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2"/>
          <p:cNvSpPr txBox="1">
            <a:spLocks noGrp="1"/>
          </p:cNvSpPr>
          <p:nvPr>
            <p:ph type="subTitle" idx="1"/>
          </p:nvPr>
        </p:nvSpPr>
        <p:spPr>
          <a:xfrm>
            <a:off x="1315025" y="1851625"/>
            <a:ext cx="6148800" cy="1414500"/>
          </a:xfrm>
          <a:prstGeom prst="rect">
            <a:avLst/>
          </a:prstGeom>
        </p:spPr>
        <p:txBody>
          <a:bodyPr spcFirstLastPara="1" wrap="square" lIns="91425" tIns="91425" rIns="91425" bIns="91425" anchor="t" anchorCtr="0">
            <a:noAutofit/>
          </a:bodyPr>
          <a:lstStyle/>
          <a:p>
            <a:pPr marL="457200" lvl="0" indent="-304800" algn="just" rtl="0">
              <a:lnSpc>
                <a:spcPct val="115000"/>
              </a:lnSpc>
              <a:spcBef>
                <a:spcPts val="0"/>
              </a:spcBef>
              <a:spcAft>
                <a:spcPts val="0"/>
              </a:spcAft>
              <a:buSzPts val="1200"/>
              <a:buChar char="●"/>
            </a:pPr>
            <a:r>
              <a:rPr lang="en" b="1">
                <a:solidFill>
                  <a:schemeClr val="dk1"/>
                </a:solidFill>
                <a:latin typeface="Raleway"/>
                <a:ea typeface="Raleway"/>
                <a:cs typeface="Raleway"/>
                <a:sym typeface="Raleway"/>
              </a:rPr>
              <a:t>Data Integration</a:t>
            </a:r>
            <a:r>
              <a:rPr lang="en">
                <a:solidFill>
                  <a:schemeClr val="dk1"/>
                </a:solidFill>
                <a:latin typeface="Raleway"/>
                <a:ea typeface="Raleway"/>
                <a:cs typeface="Raleway"/>
                <a:sym typeface="Raleway"/>
              </a:rPr>
              <a:t> Dua dataset digabung: </a:t>
            </a:r>
            <a:r>
              <a:rPr lang="en">
                <a:solidFill>
                  <a:srgbClr val="188038"/>
                </a:solidFill>
                <a:latin typeface="Raleway"/>
                <a:ea typeface="Raleway"/>
                <a:cs typeface="Raleway"/>
                <a:sym typeface="Raleway"/>
              </a:rPr>
              <a:t>vgsales.csv</a:t>
            </a:r>
            <a:r>
              <a:rPr lang="en">
                <a:solidFill>
                  <a:schemeClr val="dk1"/>
                </a:solidFill>
                <a:latin typeface="Raleway"/>
                <a:ea typeface="Raleway"/>
                <a:cs typeface="Raleway"/>
                <a:sym typeface="Raleway"/>
              </a:rPr>
              <a:t> dan </a:t>
            </a:r>
            <a:r>
              <a:rPr lang="en">
                <a:solidFill>
                  <a:srgbClr val="188038"/>
                </a:solidFill>
                <a:latin typeface="Raleway"/>
                <a:ea typeface="Raleway"/>
                <a:cs typeface="Raleway"/>
                <a:sym typeface="Raleway"/>
              </a:rPr>
              <a:t>Cleaned Data 2.csv</a:t>
            </a:r>
            <a:r>
              <a:rPr lang="en">
                <a:solidFill>
                  <a:schemeClr val="dk1"/>
                </a:solidFill>
                <a:latin typeface="Raleway"/>
                <a:ea typeface="Raleway"/>
                <a:cs typeface="Raleway"/>
                <a:sym typeface="Raleway"/>
              </a:rPr>
              <a:t> dari Kaggle, untuk menambahkan kolom </a:t>
            </a:r>
            <a:r>
              <a:rPr lang="en" i="1">
                <a:solidFill>
                  <a:schemeClr val="dk1"/>
                </a:solidFill>
                <a:latin typeface="Raleway"/>
                <a:ea typeface="Raleway"/>
                <a:cs typeface="Raleway"/>
                <a:sym typeface="Raleway"/>
              </a:rPr>
              <a:t>Rating</a:t>
            </a:r>
            <a:r>
              <a:rPr lang="en">
                <a:solidFill>
                  <a:schemeClr val="dk1"/>
                </a:solidFill>
                <a:latin typeface="Raleway"/>
                <a:ea typeface="Raleway"/>
                <a:cs typeface="Raleway"/>
                <a:sym typeface="Raleway"/>
              </a:rPr>
              <a:t> yang tidak tersedia di dataset utama. Penggabungan dilakukan berdasarkan kolom </a:t>
            </a:r>
            <a:r>
              <a:rPr lang="en" i="1">
                <a:solidFill>
                  <a:schemeClr val="dk1"/>
                </a:solidFill>
                <a:latin typeface="Raleway"/>
                <a:ea typeface="Raleway"/>
                <a:cs typeface="Raleway"/>
                <a:sym typeface="Raleway"/>
              </a:rPr>
              <a:t>Name</a:t>
            </a:r>
            <a:r>
              <a:rPr lang="en">
                <a:solidFill>
                  <a:schemeClr val="dk1"/>
                </a:solidFill>
                <a:latin typeface="Raleway"/>
                <a:ea typeface="Raleway"/>
                <a:cs typeface="Raleway"/>
                <a:sym typeface="Raleway"/>
              </a:rPr>
              <a:t>, memungkinkan analisis konten dan segmentasi berdasarkan rating.</a:t>
            </a:r>
            <a:endParaRPr>
              <a:solidFill>
                <a:schemeClr val="dk1"/>
              </a:solidFill>
              <a:latin typeface="Raleway"/>
              <a:ea typeface="Raleway"/>
              <a:cs typeface="Raleway"/>
              <a:sym typeface="Raleway"/>
            </a:endParaRPr>
          </a:p>
          <a:p>
            <a:pPr marL="457200" lvl="0" indent="-304800" algn="just" rtl="0">
              <a:lnSpc>
                <a:spcPct val="115000"/>
              </a:lnSpc>
              <a:spcBef>
                <a:spcPts val="0"/>
              </a:spcBef>
              <a:spcAft>
                <a:spcPts val="0"/>
              </a:spcAft>
              <a:buClr>
                <a:schemeClr val="dk1"/>
              </a:buClr>
              <a:buSzPts val="1200"/>
              <a:buFont typeface="Arial"/>
              <a:buChar char="●"/>
            </a:pPr>
            <a:r>
              <a:rPr lang="en" b="1">
                <a:solidFill>
                  <a:schemeClr val="dk1"/>
                </a:solidFill>
                <a:latin typeface="Raleway"/>
                <a:ea typeface="Raleway"/>
                <a:cs typeface="Raleway"/>
                <a:sym typeface="Raleway"/>
              </a:rPr>
              <a:t>Data Cleaning</a:t>
            </a:r>
            <a:r>
              <a:rPr lang="en">
                <a:solidFill>
                  <a:schemeClr val="dk1"/>
                </a:solidFill>
                <a:latin typeface="Raleway"/>
                <a:ea typeface="Raleway"/>
                <a:cs typeface="Raleway"/>
                <a:sym typeface="Raleway"/>
              </a:rPr>
              <a:t> Nilai kosong pada kolom </a:t>
            </a:r>
            <a:r>
              <a:rPr lang="en" i="1">
                <a:solidFill>
                  <a:schemeClr val="dk1"/>
                </a:solidFill>
                <a:latin typeface="Raleway"/>
                <a:ea typeface="Raleway"/>
                <a:cs typeface="Raleway"/>
                <a:sym typeface="Raleway"/>
              </a:rPr>
              <a:t>Year</a:t>
            </a:r>
            <a:r>
              <a:rPr lang="en">
                <a:solidFill>
                  <a:schemeClr val="dk1"/>
                </a:solidFill>
                <a:latin typeface="Raleway"/>
                <a:ea typeface="Raleway"/>
                <a:cs typeface="Raleway"/>
                <a:sym typeface="Raleway"/>
              </a:rPr>
              <a:t> diganti dengan label “Tahun Tidak Diketahui” dan dikonversi ke format teks. Kolom </a:t>
            </a:r>
            <a:r>
              <a:rPr lang="en" i="1">
                <a:solidFill>
                  <a:schemeClr val="dk1"/>
                </a:solidFill>
                <a:latin typeface="Raleway"/>
                <a:ea typeface="Raleway"/>
                <a:cs typeface="Raleway"/>
                <a:sym typeface="Raleway"/>
              </a:rPr>
              <a:t>Publisher</a:t>
            </a:r>
            <a:r>
              <a:rPr lang="en">
                <a:solidFill>
                  <a:schemeClr val="dk1"/>
                </a:solidFill>
                <a:latin typeface="Raleway"/>
                <a:ea typeface="Raleway"/>
                <a:cs typeface="Raleway"/>
                <a:sym typeface="Raleway"/>
              </a:rPr>
              <a:t> divalidasi menggunakan rumus kondisional untuk mengidentifikasi entri “N/A” dan menghasilkan kolom baru </a:t>
            </a:r>
            <a:r>
              <a:rPr lang="en" i="1">
                <a:solidFill>
                  <a:schemeClr val="dk1"/>
                </a:solidFill>
                <a:latin typeface="Raleway"/>
                <a:ea typeface="Raleway"/>
                <a:cs typeface="Raleway"/>
                <a:sym typeface="Raleway"/>
              </a:rPr>
              <a:t>Validasi Publisher</a:t>
            </a:r>
            <a:r>
              <a:rPr lang="en">
                <a:solidFill>
                  <a:schemeClr val="dk1"/>
                </a:solidFill>
                <a:latin typeface="Raleway"/>
                <a:ea typeface="Raleway"/>
                <a:cs typeface="Raleway"/>
                <a:sym typeface="Raleway"/>
              </a:rPr>
              <a:t>.</a:t>
            </a:r>
            <a:endParaRPr>
              <a:solidFill>
                <a:schemeClr val="dk1"/>
              </a:solidFill>
              <a:latin typeface="Raleway"/>
              <a:ea typeface="Raleway"/>
              <a:cs typeface="Raleway"/>
              <a:sym typeface="Raleway"/>
            </a:endParaRPr>
          </a:p>
          <a:p>
            <a:pPr marL="457200" lvl="0" indent="-304800" algn="just" rtl="0">
              <a:lnSpc>
                <a:spcPct val="115000"/>
              </a:lnSpc>
              <a:spcBef>
                <a:spcPts val="0"/>
              </a:spcBef>
              <a:spcAft>
                <a:spcPts val="0"/>
              </a:spcAft>
              <a:buClr>
                <a:schemeClr val="dk1"/>
              </a:buClr>
              <a:buSzPts val="1200"/>
              <a:buFont typeface="Arial"/>
              <a:buChar char="●"/>
            </a:pPr>
            <a:r>
              <a:rPr lang="en" b="1">
                <a:solidFill>
                  <a:schemeClr val="dk1"/>
                </a:solidFill>
                <a:latin typeface="Raleway"/>
                <a:ea typeface="Raleway"/>
                <a:cs typeface="Raleway"/>
                <a:sym typeface="Raleway"/>
              </a:rPr>
              <a:t>Data Transformation</a:t>
            </a:r>
            <a:r>
              <a:rPr lang="en">
                <a:solidFill>
                  <a:schemeClr val="dk1"/>
                </a:solidFill>
                <a:latin typeface="Raleway"/>
                <a:ea typeface="Raleway"/>
                <a:cs typeface="Raleway"/>
                <a:sym typeface="Raleway"/>
              </a:rPr>
              <a:t> Penyesuaian tipe data dilakukan agar penjualan ditampilkan dalam format desimal. Kolom penjualan regional dipivot menjadi dua kolom: </a:t>
            </a:r>
            <a:r>
              <a:rPr lang="en" i="1">
                <a:solidFill>
                  <a:schemeClr val="dk1"/>
                </a:solidFill>
                <a:latin typeface="Raleway"/>
                <a:ea typeface="Raleway"/>
                <a:cs typeface="Raleway"/>
                <a:sym typeface="Raleway"/>
              </a:rPr>
              <a:t>Pivot Field Names</a:t>
            </a:r>
            <a:r>
              <a:rPr lang="en">
                <a:solidFill>
                  <a:schemeClr val="dk1"/>
                </a:solidFill>
                <a:latin typeface="Raleway"/>
                <a:ea typeface="Raleway"/>
                <a:cs typeface="Raleway"/>
                <a:sym typeface="Raleway"/>
              </a:rPr>
              <a:t> dan </a:t>
            </a:r>
            <a:r>
              <a:rPr lang="en" i="1">
                <a:solidFill>
                  <a:schemeClr val="dk1"/>
                </a:solidFill>
                <a:latin typeface="Raleway"/>
                <a:ea typeface="Raleway"/>
                <a:cs typeface="Raleway"/>
                <a:sym typeface="Raleway"/>
              </a:rPr>
              <a:t>Pivot Field Values</a:t>
            </a:r>
            <a:r>
              <a:rPr lang="en">
                <a:solidFill>
                  <a:schemeClr val="dk1"/>
                </a:solidFill>
                <a:latin typeface="Raleway"/>
                <a:ea typeface="Raleway"/>
                <a:cs typeface="Raleway"/>
                <a:sym typeface="Raleway"/>
              </a:rPr>
              <a:t>. Kolom </a:t>
            </a:r>
            <a:r>
              <a:rPr lang="en" i="1">
                <a:solidFill>
                  <a:schemeClr val="dk1"/>
                </a:solidFill>
                <a:latin typeface="Raleway"/>
                <a:ea typeface="Raleway"/>
                <a:cs typeface="Raleway"/>
                <a:sym typeface="Raleway"/>
              </a:rPr>
              <a:t>Rating</a:t>
            </a:r>
            <a:r>
              <a:rPr lang="en">
                <a:solidFill>
                  <a:schemeClr val="dk1"/>
                </a:solidFill>
                <a:latin typeface="Raleway"/>
                <a:ea typeface="Raleway"/>
                <a:cs typeface="Raleway"/>
                <a:sym typeface="Raleway"/>
              </a:rPr>
              <a:t> dikategorikan menjadi “Teen”, “Mature”, dan “Unrated” untuk mempermudah segmentasi dan visualisasi</a:t>
            </a:r>
            <a:endParaRPr>
              <a:solidFill>
                <a:schemeClr val="dk1"/>
              </a:solidFill>
              <a:latin typeface="Raleway"/>
              <a:ea typeface="Raleway"/>
              <a:cs typeface="Raleway"/>
              <a:sym typeface="Raleway"/>
            </a:endParaRPr>
          </a:p>
          <a:p>
            <a:pPr marL="0" lvl="0" indent="0" algn="just" rtl="0">
              <a:lnSpc>
                <a:spcPct val="115000"/>
              </a:lnSpc>
              <a:spcBef>
                <a:spcPts val="0"/>
              </a:spcBef>
              <a:spcAft>
                <a:spcPts val="0"/>
              </a:spcAft>
              <a:buNone/>
            </a:pPr>
            <a:endParaRPr>
              <a:latin typeface="Raleway"/>
              <a:ea typeface="Raleway"/>
              <a:cs typeface="Raleway"/>
              <a:sym typeface="Raleway"/>
            </a:endParaRPr>
          </a:p>
        </p:txBody>
      </p:sp>
      <p:sp>
        <p:nvSpPr>
          <p:cNvPr id="481" name="Google Shape;481;p42"/>
          <p:cNvSpPr/>
          <p:nvPr/>
        </p:nvSpPr>
        <p:spPr>
          <a:xfrm>
            <a:off x="8171963" y="427825"/>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42"/>
          <p:cNvSpPr/>
          <p:nvPr/>
        </p:nvSpPr>
        <p:spPr>
          <a:xfrm rot="10800000">
            <a:off x="7764988" y="551125"/>
            <a:ext cx="636900" cy="636900"/>
          </a:xfrm>
          <a:prstGeom prst="cube">
            <a:avLst>
              <a:gd name="adj" fmla="val 25000"/>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42"/>
          <p:cNvSpPr txBox="1">
            <a:spLocks noGrp="1"/>
          </p:cNvSpPr>
          <p:nvPr>
            <p:ph type="title"/>
          </p:nvPr>
        </p:nvSpPr>
        <p:spPr>
          <a:xfrm>
            <a:off x="1315025" y="615313"/>
            <a:ext cx="63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Implementasi  Metode  </a:t>
            </a:r>
            <a:r>
              <a:rPr lang="en" sz="2400" b="0">
                <a:solidFill>
                  <a:schemeClr val="accent2"/>
                </a:solidFill>
                <a:highlight>
                  <a:schemeClr val="lt2"/>
                </a:highlight>
              </a:rPr>
              <a:t>CRISP-DM </a:t>
            </a:r>
            <a:endParaRPr sz="2400" b="0">
              <a:solidFill>
                <a:schemeClr val="accent2"/>
              </a:solidFill>
              <a:highlight>
                <a:schemeClr val="lt2"/>
              </a:highlight>
            </a:endParaRPr>
          </a:p>
        </p:txBody>
      </p:sp>
      <p:sp>
        <p:nvSpPr>
          <p:cNvPr id="484" name="Google Shape;484;p42"/>
          <p:cNvSpPr txBox="1">
            <a:spLocks noGrp="1"/>
          </p:cNvSpPr>
          <p:nvPr>
            <p:ph type="title" idx="3"/>
          </p:nvPr>
        </p:nvSpPr>
        <p:spPr>
          <a:xfrm>
            <a:off x="1315028" y="1280725"/>
            <a:ext cx="3607500" cy="478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700"/>
              <a:t>C. 	Data Preprocessing</a:t>
            </a:r>
            <a:endParaRPr sz="17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3"/>
          <p:cNvSpPr/>
          <p:nvPr/>
        </p:nvSpPr>
        <p:spPr>
          <a:xfrm rot="-5400000">
            <a:off x="1388264" y="4264415"/>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0" name="Google Shape;490;p43"/>
          <p:cNvGrpSpPr/>
          <p:nvPr/>
        </p:nvGrpSpPr>
        <p:grpSpPr>
          <a:xfrm rot="-5400000">
            <a:off x="801390" y="3894867"/>
            <a:ext cx="431895" cy="1356369"/>
            <a:chOff x="6385425" y="1587603"/>
            <a:chExt cx="763200" cy="2396836"/>
          </a:xfrm>
        </p:grpSpPr>
        <p:sp>
          <p:nvSpPr>
            <p:cNvPr id="491" name="Google Shape;491;p43"/>
            <p:cNvSpPr/>
            <p:nvPr/>
          </p:nvSpPr>
          <p:spPr>
            <a:xfrm rot="2700000">
              <a:off x="6497193" y="169937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43"/>
            <p:cNvSpPr/>
            <p:nvPr/>
          </p:nvSpPr>
          <p:spPr>
            <a:xfrm rot="2700000">
              <a:off x="6497193" y="251618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43"/>
            <p:cNvSpPr/>
            <p:nvPr/>
          </p:nvSpPr>
          <p:spPr>
            <a:xfrm rot="2700000">
              <a:off x="6497193" y="3333007"/>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 name="Google Shape;494;p43"/>
          <p:cNvGrpSpPr/>
          <p:nvPr/>
        </p:nvGrpSpPr>
        <p:grpSpPr>
          <a:xfrm>
            <a:off x="8187425" y="224613"/>
            <a:ext cx="1167050" cy="520500"/>
            <a:chOff x="5393175" y="292313"/>
            <a:chExt cx="1167050" cy="520500"/>
          </a:xfrm>
        </p:grpSpPr>
        <p:sp>
          <p:nvSpPr>
            <p:cNvPr id="495" name="Google Shape;495;p43"/>
            <p:cNvSpPr/>
            <p:nvPr/>
          </p:nvSpPr>
          <p:spPr>
            <a:xfrm>
              <a:off x="53931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43"/>
            <p:cNvSpPr/>
            <p:nvPr/>
          </p:nvSpPr>
          <p:spPr>
            <a:xfrm>
              <a:off x="565942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43"/>
            <p:cNvSpPr/>
            <p:nvPr/>
          </p:nvSpPr>
          <p:spPr>
            <a:xfrm>
              <a:off x="5924650" y="292313"/>
              <a:ext cx="104625" cy="104650"/>
            </a:xfrm>
            <a:custGeom>
              <a:avLst/>
              <a:gdLst/>
              <a:ahLst/>
              <a:cxnLst/>
              <a:rect l="l" t="t" r="r" b="b"/>
              <a:pathLst>
                <a:path w="4185" h="4186" extrusionOk="0">
                  <a:moveTo>
                    <a:pt x="2092" y="1"/>
                  </a:moveTo>
                  <a:cubicBezTo>
                    <a:pt x="942" y="1"/>
                    <a:pt x="0" y="942"/>
                    <a:pt x="0" y="2093"/>
                  </a:cubicBezTo>
                  <a:cubicBezTo>
                    <a:pt x="0" y="3244"/>
                    <a:pt x="942" y="4185"/>
                    <a:pt x="2092" y="4185"/>
                  </a:cubicBezTo>
                  <a:cubicBezTo>
                    <a:pt x="3243" y="4185"/>
                    <a:pt x="4185" y="3244"/>
                    <a:pt x="4185" y="2093"/>
                  </a:cubicBezTo>
                  <a:cubicBezTo>
                    <a:pt x="4185" y="942"/>
                    <a:pt x="3243" y="1"/>
                    <a:pt x="20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43"/>
            <p:cNvSpPr/>
            <p:nvPr/>
          </p:nvSpPr>
          <p:spPr>
            <a:xfrm>
              <a:off x="6190375" y="292313"/>
              <a:ext cx="104625" cy="104650"/>
            </a:xfrm>
            <a:custGeom>
              <a:avLst/>
              <a:gdLst/>
              <a:ahLst/>
              <a:cxnLst/>
              <a:rect l="l" t="t" r="r" b="b"/>
              <a:pathLst>
                <a:path w="4185" h="4186" extrusionOk="0">
                  <a:moveTo>
                    <a:pt x="2093" y="1"/>
                  </a:moveTo>
                  <a:cubicBezTo>
                    <a:pt x="942" y="1"/>
                    <a:pt x="0" y="942"/>
                    <a:pt x="0" y="2093"/>
                  </a:cubicBezTo>
                  <a:cubicBezTo>
                    <a:pt x="0" y="3244"/>
                    <a:pt x="942" y="4185"/>
                    <a:pt x="2093" y="4185"/>
                  </a:cubicBezTo>
                  <a:cubicBezTo>
                    <a:pt x="3243" y="4185"/>
                    <a:pt x="4185" y="3244"/>
                    <a:pt x="4185" y="2093"/>
                  </a:cubicBezTo>
                  <a:cubicBezTo>
                    <a:pt x="4185" y="942"/>
                    <a:pt x="3243"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43"/>
            <p:cNvSpPr/>
            <p:nvPr/>
          </p:nvSpPr>
          <p:spPr>
            <a:xfrm>
              <a:off x="64555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5" y="3244"/>
                    <a:pt x="4185" y="2093"/>
                  </a:cubicBezTo>
                  <a:cubicBezTo>
                    <a:pt x="4185"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43"/>
            <p:cNvSpPr/>
            <p:nvPr/>
          </p:nvSpPr>
          <p:spPr>
            <a:xfrm>
              <a:off x="53931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43"/>
            <p:cNvSpPr/>
            <p:nvPr/>
          </p:nvSpPr>
          <p:spPr>
            <a:xfrm>
              <a:off x="565942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43"/>
            <p:cNvSpPr/>
            <p:nvPr/>
          </p:nvSpPr>
          <p:spPr>
            <a:xfrm>
              <a:off x="5924650" y="500513"/>
              <a:ext cx="104625" cy="104650"/>
            </a:xfrm>
            <a:custGeom>
              <a:avLst/>
              <a:gdLst/>
              <a:ahLst/>
              <a:cxnLst/>
              <a:rect l="l" t="t" r="r" b="b"/>
              <a:pathLst>
                <a:path w="4185" h="4186" extrusionOk="0">
                  <a:moveTo>
                    <a:pt x="2092" y="0"/>
                  </a:moveTo>
                  <a:cubicBezTo>
                    <a:pt x="942" y="0"/>
                    <a:pt x="0" y="942"/>
                    <a:pt x="0" y="2093"/>
                  </a:cubicBezTo>
                  <a:cubicBezTo>
                    <a:pt x="0" y="3244"/>
                    <a:pt x="942" y="4185"/>
                    <a:pt x="2092" y="4185"/>
                  </a:cubicBezTo>
                  <a:cubicBezTo>
                    <a:pt x="3243" y="4185"/>
                    <a:pt x="4185" y="3244"/>
                    <a:pt x="4185" y="2093"/>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43"/>
            <p:cNvSpPr/>
            <p:nvPr/>
          </p:nvSpPr>
          <p:spPr>
            <a:xfrm>
              <a:off x="6190375" y="500513"/>
              <a:ext cx="104625" cy="104650"/>
            </a:xfrm>
            <a:custGeom>
              <a:avLst/>
              <a:gdLst/>
              <a:ahLst/>
              <a:cxnLst/>
              <a:rect l="l" t="t" r="r" b="b"/>
              <a:pathLst>
                <a:path w="4185" h="4186" extrusionOk="0">
                  <a:moveTo>
                    <a:pt x="2093" y="0"/>
                  </a:moveTo>
                  <a:cubicBezTo>
                    <a:pt x="942" y="0"/>
                    <a:pt x="0" y="942"/>
                    <a:pt x="0" y="2093"/>
                  </a:cubicBezTo>
                  <a:cubicBezTo>
                    <a:pt x="0" y="3244"/>
                    <a:pt x="942" y="4185"/>
                    <a:pt x="2093" y="4185"/>
                  </a:cubicBezTo>
                  <a:cubicBezTo>
                    <a:pt x="3243" y="4185"/>
                    <a:pt x="4185" y="3244"/>
                    <a:pt x="4185" y="2093"/>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43"/>
            <p:cNvSpPr/>
            <p:nvPr/>
          </p:nvSpPr>
          <p:spPr>
            <a:xfrm>
              <a:off x="64555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5" y="3244"/>
                    <a:pt x="4185" y="2093"/>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43"/>
            <p:cNvSpPr/>
            <p:nvPr/>
          </p:nvSpPr>
          <p:spPr>
            <a:xfrm>
              <a:off x="53931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43"/>
            <p:cNvSpPr/>
            <p:nvPr/>
          </p:nvSpPr>
          <p:spPr>
            <a:xfrm>
              <a:off x="565942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43"/>
            <p:cNvSpPr/>
            <p:nvPr/>
          </p:nvSpPr>
          <p:spPr>
            <a:xfrm>
              <a:off x="5924650" y="708188"/>
              <a:ext cx="104625" cy="104625"/>
            </a:xfrm>
            <a:custGeom>
              <a:avLst/>
              <a:gdLst/>
              <a:ahLst/>
              <a:cxnLst/>
              <a:rect l="l" t="t" r="r" b="b"/>
              <a:pathLst>
                <a:path w="4185" h="4185" extrusionOk="0">
                  <a:moveTo>
                    <a:pt x="2092" y="0"/>
                  </a:moveTo>
                  <a:cubicBezTo>
                    <a:pt x="942" y="0"/>
                    <a:pt x="0" y="942"/>
                    <a:pt x="0" y="2092"/>
                  </a:cubicBezTo>
                  <a:cubicBezTo>
                    <a:pt x="0" y="3243"/>
                    <a:pt x="942" y="4185"/>
                    <a:pt x="2092" y="4185"/>
                  </a:cubicBezTo>
                  <a:cubicBezTo>
                    <a:pt x="3243" y="4185"/>
                    <a:pt x="4185" y="3243"/>
                    <a:pt x="4185" y="2092"/>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43"/>
            <p:cNvSpPr/>
            <p:nvPr/>
          </p:nvSpPr>
          <p:spPr>
            <a:xfrm>
              <a:off x="6190375" y="708188"/>
              <a:ext cx="104625" cy="104625"/>
            </a:xfrm>
            <a:custGeom>
              <a:avLst/>
              <a:gdLst/>
              <a:ahLst/>
              <a:cxnLst/>
              <a:rect l="l" t="t" r="r" b="b"/>
              <a:pathLst>
                <a:path w="4185" h="4185" extrusionOk="0">
                  <a:moveTo>
                    <a:pt x="2093" y="0"/>
                  </a:moveTo>
                  <a:cubicBezTo>
                    <a:pt x="942" y="0"/>
                    <a:pt x="0" y="942"/>
                    <a:pt x="0" y="2092"/>
                  </a:cubicBezTo>
                  <a:cubicBezTo>
                    <a:pt x="0" y="3243"/>
                    <a:pt x="942" y="4185"/>
                    <a:pt x="2093" y="4185"/>
                  </a:cubicBezTo>
                  <a:cubicBezTo>
                    <a:pt x="3243" y="4185"/>
                    <a:pt x="4185" y="3243"/>
                    <a:pt x="4185" y="2092"/>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43"/>
            <p:cNvSpPr/>
            <p:nvPr/>
          </p:nvSpPr>
          <p:spPr>
            <a:xfrm>
              <a:off x="64555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5" y="3243"/>
                    <a:pt x="4185" y="2092"/>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0" name="Google Shape;510;p43"/>
          <p:cNvSpPr txBox="1">
            <a:spLocks noGrp="1"/>
          </p:cNvSpPr>
          <p:nvPr>
            <p:ph type="title"/>
          </p:nvPr>
        </p:nvSpPr>
        <p:spPr>
          <a:xfrm>
            <a:off x="1272050" y="470713"/>
            <a:ext cx="63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Implementasi  Metode  </a:t>
            </a:r>
            <a:r>
              <a:rPr lang="en" sz="2400" b="0">
                <a:solidFill>
                  <a:schemeClr val="accent2"/>
                </a:solidFill>
                <a:highlight>
                  <a:schemeClr val="lt2"/>
                </a:highlight>
              </a:rPr>
              <a:t>CRISP-DM </a:t>
            </a:r>
            <a:endParaRPr sz="2400" b="0">
              <a:solidFill>
                <a:schemeClr val="accent2"/>
              </a:solidFill>
              <a:highlight>
                <a:schemeClr val="lt2"/>
              </a:highlight>
            </a:endParaRPr>
          </a:p>
        </p:txBody>
      </p:sp>
      <p:sp>
        <p:nvSpPr>
          <p:cNvPr id="511" name="Google Shape;511;p43"/>
          <p:cNvSpPr txBox="1">
            <a:spLocks noGrp="1"/>
          </p:cNvSpPr>
          <p:nvPr>
            <p:ph type="title" idx="3"/>
          </p:nvPr>
        </p:nvSpPr>
        <p:spPr>
          <a:xfrm>
            <a:off x="1338078" y="1064575"/>
            <a:ext cx="3607500" cy="478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700"/>
              <a:t>D. 	Modelling</a:t>
            </a:r>
            <a:endParaRPr sz="1700"/>
          </a:p>
        </p:txBody>
      </p:sp>
      <p:sp>
        <p:nvSpPr>
          <p:cNvPr id="512" name="Google Shape;512;p43"/>
          <p:cNvSpPr txBox="1">
            <a:spLocks noGrp="1"/>
          </p:cNvSpPr>
          <p:nvPr>
            <p:ph type="subTitle" idx="1"/>
          </p:nvPr>
        </p:nvSpPr>
        <p:spPr>
          <a:xfrm>
            <a:off x="606525" y="3132350"/>
            <a:ext cx="4123800" cy="621300"/>
          </a:xfrm>
          <a:prstGeom prst="rect">
            <a:avLst/>
          </a:prstGeom>
        </p:spPr>
        <p:txBody>
          <a:bodyPr spcFirstLastPara="1" wrap="square" lIns="91425" tIns="91425" rIns="91425" bIns="91425" anchor="t" anchorCtr="0">
            <a:noAutofit/>
          </a:bodyPr>
          <a:lstStyle/>
          <a:p>
            <a:pPr marL="457200" lvl="0" indent="-304800" algn="just" rtl="0">
              <a:spcBef>
                <a:spcPts val="0"/>
              </a:spcBef>
              <a:spcAft>
                <a:spcPts val="0"/>
              </a:spcAft>
              <a:buSzPts val="1200"/>
              <a:buAutoNum type="arabicPeriod"/>
            </a:pPr>
            <a:r>
              <a:rPr lang="en"/>
              <a:t>Analisis Rata-rata Penjualan Global Berdasarkan Genre </a:t>
            </a:r>
            <a:endParaRPr/>
          </a:p>
        </p:txBody>
      </p:sp>
      <p:pic>
        <p:nvPicPr>
          <p:cNvPr id="513" name="Google Shape;513;p43"/>
          <p:cNvPicPr preferRelativeResize="0"/>
          <p:nvPr/>
        </p:nvPicPr>
        <p:blipFill>
          <a:blip r:embed="rId3">
            <a:alphaModFix/>
          </a:blip>
          <a:stretch>
            <a:fillRect/>
          </a:stretch>
        </p:blipFill>
        <p:spPr>
          <a:xfrm>
            <a:off x="683250" y="1683037"/>
            <a:ext cx="3970359" cy="1236400"/>
          </a:xfrm>
          <a:prstGeom prst="rect">
            <a:avLst/>
          </a:prstGeom>
          <a:noFill/>
          <a:ln>
            <a:noFill/>
          </a:ln>
        </p:spPr>
      </p:pic>
      <p:sp>
        <p:nvSpPr>
          <p:cNvPr id="514" name="Google Shape;514;p43"/>
          <p:cNvSpPr txBox="1">
            <a:spLocks noGrp="1"/>
          </p:cNvSpPr>
          <p:nvPr>
            <p:ph type="subTitle" idx="1"/>
          </p:nvPr>
        </p:nvSpPr>
        <p:spPr>
          <a:xfrm>
            <a:off x="4864500" y="1462625"/>
            <a:ext cx="4123800" cy="6213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2. 	Analisis Frekuensi Rilis Genre Video Game </a:t>
            </a:r>
            <a:endParaRPr/>
          </a:p>
        </p:txBody>
      </p:sp>
      <p:pic>
        <p:nvPicPr>
          <p:cNvPr id="515" name="Google Shape;515;p43"/>
          <p:cNvPicPr preferRelativeResize="0"/>
          <p:nvPr/>
        </p:nvPicPr>
        <p:blipFill>
          <a:blip r:embed="rId4">
            <a:alphaModFix/>
          </a:blip>
          <a:stretch>
            <a:fillRect/>
          </a:stretch>
        </p:blipFill>
        <p:spPr>
          <a:xfrm>
            <a:off x="4945575" y="1878825"/>
            <a:ext cx="3048750" cy="30044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19"/>
        <p:cNvGrpSpPr/>
        <p:nvPr/>
      </p:nvGrpSpPr>
      <p:grpSpPr>
        <a:xfrm>
          <a:off x="0" y="0"/>
          <a:ext cx="0" cy="0"/>
          <a:chOff x="0" y="0"/>
          <a:chExt cx="0" cy="0"/>
        </a:xfrm>
      </p:grpSpPr>
      <p:sp>
        <p:nvSpPr>
          <p:cNvPr id="520" name="Google Shape;520;p44"/>
          <p:cNvSpPr/>
          <p:nvPr/>
        </p:nvSpPr>
        <p:spPr>
          <a:xfrm rot="-5400000">
            <a:off x="1388264" y="4264415"/>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44"/>
          <p:cNvGrpSpPr/>
          <p:nvPr/>
        </p:nvGrpSpPr>
        <p:grpSpPr>
          <a:xfrm rot="-5400000">
            <a:off x="801390" y="3894867"/>
            <a:ext cx="431895" cy="1356369"/>
            <a:chOff x="6385425" y="1587603"/>
            <a:chExt cx="763200" cy="2396836"/>
          </a:xfrm>
        </p:grpSpPr>
        <p:sp>
          <p:nvSpPr>
            <p:cNvPr id="522" name="Google Shape;522;p44"/>
            <p:cNvSpPr/>
            <p:nvPr/>
          </p:nvSpPr>
          <p:spPr>
            <a:xfrm rot="2700000">
              <a:off x="6497193" y="169937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44"/>
            <p:cNvSpPr/>
            <p:nvPr/>
          </p:nvSpPr>
          <p:spPr>
            <a:xfrm rot="2700000">
              <a:off x="6497193" y="251618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44"/>
            <p:cNvSpPr/>
            <p:nvPr/>
          </p:nvSpPr>
          <p:spPr>
            <a:xfrm rot="2700000">
              <a:off x="6497193" y="3333007"/>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 name="Google Shape;525;p44"/>
          <p:cNvGrpSpPr/>
          <p:nvPr/>
        </p:nvGrpSpPr>
        <p:grpSpPr>
          <a:xfrm>
            <a:off x="8187425" y="224613"/>
            <a:ext cx="1167050" cy="520500"/>
            <a:chOff x="5393175" y="292313"/>
            <a:chExt cx="1167050" cy="520500"/>
          </a:xfrm>
        </p:grpSpPr>
        <p:sp>
          <p:nvSpPr>
            <p:cNvPr id="526" name="Google Shape;526;p44"/>
            <p:cNvSpPr/>
            <p:nvPr/>
          </p:nvSpPr>
          <p:spPr>
            <a:xfrm>
              <a:off x="53931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44"/>
            <p:cNvSpPr/>
            <p:nvPr/>
          </p:nvSpPr>
          <p:spPr>
            <a:xfrm>
              <a:off x="565942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44"/>
            <p:cNvSpPr/>
            <p:nvPr/>
          </p:nvSpPr>
          <p:spPr>
            <a:xfrm>
              <a:off x="5924650" y="292313"/>
              <a:ext cx="104625" cy="104650"/>
            </a:xfrm>
            <a:custGeom>
              <a:avLst/>
              <a:gdLst/>
              <a:ahLst/>
              <a:cxnLst/>
              <a:rect l="l" t="t" r="r" b="b"/>
              <a:pathLst>
                <a:path w="4185" h="4186" extrusionOk="0">
                  <a:moveTo>
                    <a:pt x="2092" y="1"/>
                  </a:moveTo>
                  <a:cubicBezTo>
                    <a:pt x="942" y="1"/>
                    <a:pt x="0" y="942"/>
                    <a:pt x="0" y="2093"/>
                  </a:cubicBezTo>
                  <a:cubicBezTo>
                    <a:pt x="0" y="3244"/>
                    <a:pt x="942" y="4185"/>
                    <a:pt x="2092" y="4185"/>
                  </a:cubicBezTo>
                  <a:cubicBezTo>
                    <a:pt x="3243" y="4185"/>
                    <a:pt x="4185" y="3244"/>
                    <a:pt x="4185" y="2093"/>
                  </a:cubicBezTo>
                  <a:cubicBezTo>
                    <a:pt x="4185" y="942"/>
                    <a:pt x="3243" y="1"/>
                    <a:pt x="20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44"/>
            <p:cNvSpPr/>
            <p:nvPr/>
          </p:nvSpPr>
          <p:spPr>
            <a:xfrm>
              <a:off x="6190375" y="292313"/>
              <a:ext cx="104625" cy="104650"/>
            </a:xfrm>
            <a:custGeom>
              <a:avLst/>
              <a:gdLst/>
              <a:ahLst/>
              <a:cxnLst/>
              <a:rect l="l" t="t" r="r" b="b"/>
              <a:pathLst>
                <a:path w="4185" h="4186" extrusionOk="0">
                  <a:moveTo>
                    <a:pt x="2093" y="1"/>
                  </a:moveTo>
                  <a:cubicBezTo>
                    <a:pt x="942" y="1"/>
                    <a:pt x="0" y="942"/>
                    <a:pt x="0" y="2093"/>
                  </a:cubicBezTo>
                  <a:cubicBezTo>
                    <a:pt x="0" y="3244"/>
                    <a:pt x="942" y="4185"/>
                    <a:pt x="2093" y="4185"/>
                  </a:cubicBezTo>
                  <a:cubicBezTo>
                    <a:pt x="3243" y="4185"/>
                    <a:pt x="4185" y="3244"/>
                    <a:pt x="4185" y="2093"/>
                  </a:cubicBezTo>
                  <a:cubicBezTo>
                    <a:pt x="4185" y="942"/>
                    <a:pt x="3243"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44"/>
            <p:cNvSpPr/>
            <p:nvPr/>
          </p:nvSpPr>
          <p:spPr>
            <a:xfrm>
              <a:off x="64555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5" y="3244"/>
                    <a:pt x="4185" y="2093"/>
                  </a:cubicBezTo>
                  <a:cubicBezTo>
                    <a:pt x="4185"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44"/>
            <p:cNvSpPr/>
            <p:nvPr/>
          </p:nvSpPr>
          <p:spPr>
            <a:xfrm>
              <a:off x="53931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44"/>
            <p:cNvSpPr/>
            <p:nvPr/>
          </p:nvSpPr>
          <p:spPr>
            <a:xfrm>
              <a:off x="565942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44"/>
            <p:cNvSpPr/>
            <p:nvPr/>
          </p:nvSpPr>
          <p:spPr>
            <a:xfrm>
              <a:off x="5924650" y="500513"/>
              <a:ext cx="104625" cy="104650"/>
            </a:xfrm>
            <a:custGeom>
              <a:avLst/>
              <a:gdLst/>
              <a:ahLst/>
              <a:cxnLst/>
              <a:rect l="l" t="t" r="r" b="b"/>
              <a:pathLst>
                <a:path w="4185" h="4186" extrusionOk="0">
                  <a:moveTo>
                    <a:pt x="2092" y="0"/>
                  </a:moveTo>
                  <a:cubicBezTo>
                    <a:pt x="942" y="0"/>
                    <a:pt x="0" y="942"/>
                    <a:pt x="0" y="2093"/>
                  </a:cubicBezTo>
                  <a:cubicBezTo>
                    <a:pt x="0" y="3244"/>
                    <a:pt x="942" y="4185"/>
                    <a:pt x="2092" y="4185"/>
                  </a:cubicBezTo>
                  <a:cubicBezTo>
                    <a:pt x="3243" y="4185"/>
                    <a:pt x="4185" y="3244"/>
                    <a:pt x="4185" y="2093"/>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44"/>
            <p:cNvSpPr/>
            <p:nvPr/>
          </p:nvSpPr>
          <p:spPr>
            <a:xfrm>
              <a:off x="6190375" y="500513"/>
              <a:ext cx="104625" cy="104650"/>
            </a:xfrm>
            <a:custGeom>
              <a:avLst/>
              <a:gdLst/>
              <a:ahLst/>
              <a:cxnLst/>
              <a:rect l="l" t="t" r="r" b="b"/>
              <a:pathLst>
                <a:path w="4185" h="4186" extrusionOk="0">
                  <a:moveTo>
                    <a:pt x="2093" y="0"/>
                  </a:moveTo>
                  <a:cubicBezTo>
                    <a:pt x="942" y="0"/>
                    <a:pt x="0" y="942"/>
                    <a:pt x="0" y="2093"/>
                  </a:cubicBezTo>
                  <a:cubicBezTo>
                    <a:pt x="0" y="3244"/>
                    <a:pt x="942" y="4185"/>
                    <a:pt x="2093" y="4185"/>
                  </a:cubicBezTo>
                  <a:cubicBezTo>
                    <a:pt x="3243" y="4185"/>
                    <a:pt x="4185" y="3244"/>
                    <a:pt x="4185" y="2093"/>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44"/>
            <p:cNvSpPr/>
            <p:nvPr/>
          </p:nvSpPr>
          <p:spPr>
            <a:xfrm>
              <a:off x="64555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5" y="3244"/>
                    <a:pt x="4185" y="2093"/>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44"/>
            <p:cNvSpPr/>
            <p:nvPr/>
          </p:nvSpPr>
          <p:spPr>
            <a:xfrm>
              <a:off x="53931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44"/>
            <p:cNvSpPr/>
            <p:nvPr/>
          </p:nvSpPr>
          <p:spPr>
            <a:xfrm>
              <a:off x="565942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44"/>
            <p:cNvSpPr/>
            <p:nvPr/>
          </p:nvSpPr>
          <p:spPr>
            <a:xfrm>
              <a:off x="5924650" y="708188"/>
              <a:ext cx="104625" cy="104625"/>
            </a:xfrm>
            <a:custGeom>
              <a:avLst/>
              <a:gdLst/>
              <a:ahLst/>
              <a:cxnLst/>
              <a:rect l="l" t="t" r="r" b="b"/>
              <a:pathLst>
                <a:path w="4185" h="4185" extrusionOk="0">
                  <a:moveTo>
                    <a:pt x="2092" y="0"/>
                  </a:moveTo>
                  <a:cubicBezTo>
                    <a:pt x="942" y="0"/>
                    <a:pt x="0" y="942"/>
                    <a:pt x="0" y="2092"/>
                  </a:cubicBezTo>
                  <a:cubicBezTo>
                    <a:pt x="0" y="3243"/>
                    <a:pt x="942" y="4185"/>
                    <a:pt x="2092" y="4185"/>
                  </a:cubicBezTo>
                  <a:cubicBezTo>
                    <a:pt x="3243" y="4185"/>
                    <a:pt x="4185" y="3243"/>
                    <a:pt x="4185" y="2092"/>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44"/>
            <p:cNvSpPr/>
            <p:nvPr/>
          </p:nvSpPr>
          <p:spPr>
            <a:xfrm>
              <a:off x="6190375" y="708188"/>
              <a:ext cx="104625" cy="104625"/>
            </a:xfrm>
            <a:custGeom>
              <a:avLst/>
              <a:gdLst/>
              <a:ahLst/>
              <a:cxnLst/>
              <a:rect l="l" t="t" r="r" b="b"/>
              <a:pathLst>
                <a:path w="4185" h="4185" extrusionOk="0">
                  <a:moveTo>
                    <a:pt x="2093" y="0"/>
                  </a:moveTo>
                  <a:cubicBezTo>
                    <a:pt x="942" y="0"/>
                    <a:pt x="0" y="942"/>
                    <a:pt x="0" y="2092"/>
                  </a:cubicBezTo>
                  <a:cubicBezTo>
                    <a:pt x="0" y="3243"/>
                    <a:pt x="942" y="4185"/>
                    <a:pt x="2093" y="4185"/>
                  </a:cubicBezTo>
                  <a:cubicBezTo>
                    <a:pt x="3243" y="4185"/>
                    <a:pt x="4185" y="3243"/>
                    <a:pt x="4185" y="2092"/>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44"/>
            <p:cNvSpPr/>
            <p:nvPr/>
          </p:nvSpPr>
          <p:spPr>
            <a:xfrm>
              <a:off x="64555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5" y="3243"/>
                    <a:pt x="4185" y="2092"/>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1" name="Google Shape;541;p44"/>
          <p:cNvSpPr txBox="1">
            <a:spLocks noGrp="1"/>
          </p:cNvSpPr>
          <p:nvPr>
            <p:ph type="title"/>
          </p:nvPr>
        </p:nvSpPr>
        <p:spPr>
          <a:xfrm>
            <a:off x="1272050" y="470713"/>
            <a:ext cx="63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Implementasi  Metode  </a:t>
            </a:r>
            <a:r>
              <a:rPr lang="en" sz="2400" b="0">
                <a:solidFill>
                  <a:schemeClr val="accent2"/>
                </a:solidFill>
                <a:highlight>
                  <a:schemeClr val="lt2"/>
                </a:highlight>
              </a:rPr>
              <a:t>CRISP-DM </a:t>
            </a:r>
            <a:endParaRPr sz="2400" b="0">
              <a:solidFill>
                <a:schemeClr val="accent2"/>
              </a:solidFill>
              <a:highlight>
                <a:schemeClr val="lt2"/>
              </a:highlight>
            </a:endParaRPr>
          </a:p>
        </p:txBody>
      </p:sp>
      <p:sp>
        <p:nvSpPr>
          <p:cNvPr id="542" name="Google Shape;542;p44"/>
          <p:cNvSpPr txBox="1">
            <a:spLocks noGrp="1"/>
          </p:cNvSpPr>
          <p:nvPr>
            <p:ph type="title" idx="3"/>
          </p:nvPr>
        </p:nvSpPr>
        <p:spPr>
          <a:xfrm>
            <a:off x="1338078" y="1064575"/>
            <a:ext cx="3607500" cy="478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700"/>
              <a:t>D. 	Modelling</a:t>
            </a:r>
            <a:endParaRPr sz="1700"/>
          </a:p>
        </p:txBody>
      </p:sp>
      <p:sp>
        <p:nvSpPr>
          <p:cNvPr id="543" name="Google Shape;543;p44"/>
          <p:cNvSpPr txBox="1">
            <a:spLocks noGrp="1"/>
          </p:cNvSpPr>
          <p:nvPr>
            <p:ph type="subTitle" idx="1"/>
          </p:nvPr>
        </p:nvSpPr>
        <p:spPr>
          <a:xfrm>
            <a:off x="687225" y="3789700"/>
            <a:ext cx="4123800" cy="6213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3. 	Analisis Korelasi Penjualan Global dan Regional  </a:t>
            </a:r>
            <a:endParaRPr/>
          </a:p>
        </p:txBody>
      </p:sp>
      <p:sp>
        <p:nvSpPr>
          <p:cNvPr id="544" name="Google Shape;544;p44"/>
          <p:cNvSpPr txBox="1">
            <a:spLocks noGrp="1"/>
          </p:cNvSpPr>
          <p:nvPr>
            <p:ph type="subTitle" idx="1"/>
          </p:nvPr>
        </p:nvSpPr>
        <p:spPr>
          <a:xfrm>
            <a:off x="4864500" y="1462625"/>
            <a:ext cx="4123800" cy="6213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4. 	Analisis Kontribusi Median Penjualan Berdasarkan Genre </a:t>
            </a:r>
            <a:endParaRPr/>
          </a:p>
        </p:txBody>
      </p:sp>
      <p:pic>
        <p:nvPicPr>
          <p:cNvPr id="545" name="Google Shape;545;p44"/>
          <p:cNvPicPr preferRelativeResize="0"/>
          <p:nvPr/>
        </p:nvPicPr>
        <p:blipFill>
          <a:blip r:embed="rId3">
            <a:alphaModFix/>
          </a:blip>
          <a:stretch>
            <a:fillRect/>
          </a:stretch>
        </p:blipFill>
        <p:spPr>
          <a:xfrm>
            <a:off x="761588" y="1496037"/>
            <a:ext cx="3975087" cy="2315775"/>
          </a:xfrm>
          <a:prstGeom prst="rect">
            <a:avLst/>
          </a:prstGeom>
          <a:noFill/>
          <a:ln>
            <a:noFill/>
          </a:ln>
        </p:spPr>
      </p:pic>
      <p:pic>
        <p:nvPicPr>
          <p:cNvPr id="546" name="Google Shape;546;p44"/>
          <p:cNvPicPr preferRelativeResize="0"/>
          <p:nvPr/>
        </p:nvPicPr>
        <p:blipFill>
          <a:blip r:embed="rId4">
            <a:alphaModFix/>
          </a:blip>
          <a:stretch>
            <a:fillRect/>
          </a:stretch>
        </p:blipFill>
        <p:spPr>
          <a:xfrm>
            <a:off x="5080850" y="2041300"/>
            <a:ext cx="3691103" cy="23158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p45"/>
          <p:cNvSpPr/>
          <p:nvPr/>
        </p:nvSpPr>
        <p:spPr>
          <a:xfrm rot="-5400000">
            <a:off x="1388264" y="4264415"/>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2" name="Google Shape;552;p45"/>
          <p:cNvGrpSpPr/>
          <p:nvPr/>
        </p:nvGrpSpPr>
        <p:grpSpPr>
          <a:xfrm rot="-5400000">
            <a:off x="801390" y="3894867"/>
            <a:ext cx="431895" cy="1356369"/>
            <a:chOff x="6385425" y="1587603"/>
            <a:chExt cx="763200" cy="2396836"/>
          </a:xfrm>
        </p:grpSpPr>
        <p:sp>
          <p:nvSpPr>
            <p:cNvPr id="553" name="Google Shape;553;p45"/>
            <p:cNvSpPr/>
            <p:nvPr/>
          </p:nvSpPr>
          <p:spPr>
            <a:xfrm rot="2700000">
              <a:off x="6497193" y="169937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45"/>
            <p:cNvSpPr/>
            <p:nvPr/>
          </p:nvSpPr>
          <p:spPr>
            <a:xfrm rot="2700000">
              <a:off x="6497193" y="251618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45"/>
            <p:cNvSpPr/>
            <p:nvPr/>
          </p:nvSpPr>
          <p:spPr>
            <a:xfrm rot="2700000">
              <a:off x="6497193" y="3333007"/>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 name="Google Shape;556;p45"/>
          <p:cNvGrpSpPr/>
          <p:nvPr/>
        </p:nvGrpSpPr>
        <p:grpSpPr>
          <a:xfrm>
            <a:off x="8187425" y="224613"/>
            <a:ext cx="1167050" cy="520500"/>
            <a:chOff x="5393175" y="292313"/>
            <a:chExt cx="1167050" cy="520500"/>
          </a:xfrm>
        </p:grpSpPr>
        <p:sp>
          <p:nvSpPr>
            <p:cNvPr id="557" name="Google Shape;557;p45"/>
            <p:cNvSpPr/>
            <p:nvPr/>
          </p:nvSpPr>
          <p:spPr>
            <a:xfrm>
              <a:off x="53931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45"/>
            <p:cNvSpPr/>
            <p:nvPr/>
          </p:nvSpPr>
          <p:spPr>
            <a:xfrm>
              <a:off x="565942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45"/>
            <p:cNvSpPr/>
            <p:nvPr/>
          </p:nvSpPr>
          <p:spPr>
            <a:xfrm>
              <a:off x="5924650" y="292313"/>
              <a:ext cx="104625" cy="104650"/>
            </a:xfrm>
            <a:custGeom>
              <a:avLst/>
              <a:gdLst/>
              <a:ahLst/>
              <a:cxnLst/>
              <a:rect l="l" t="t" r="r" b="b"/>
              <a:pathLst>
                <a:path w="4185" h="4186" extrusionOk="0">
                  <a:moveTo>
                    <a:pt x="2092" y="1"/>
                  </a:moveTo>
                  <a:cubicBezTo>
                    <a:pt x="942" y="1"/>
                    <a:pt x="0" y="942"/>
                    <a:pt x="0" y="2093"/>
                  </a:cubicBezTo>
                  <a:cubicBezTo>
                    <a:pt x="0" y="3244"/>
                    <a:pt x="942" y="4185"/>
                    <a:pt x="2092" y="4185"/>
                  </a:cubicBezTo>
                  <a:cubicBezTo>
                    <a:pt x="3243" y="4185"/>
                    <a:pt x="4185" y="3244"/>
                    <a:pt x="4185" y="2093"/>
                  </a:cubicBezTo>
                  <a:cubicBezTo>
                    <a:pt x="4185" y="942"/>
                    <a:pt x="3243" y="1"/>
                    <a:pt x="20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45"/>
            <p:cNvSpPr/>
            <p:nvPr/>
          </p:nvSpPr>
          <p:spPr>
            <a:xfrm>
              <a:off x="6190375" y="292313"/>
              <a:ext cx="104625" cy="104650"/>
            </a:xfrm>
            <a:custGeom>
              <a:avLst/>
              <a:gdLst/>
              <a:ahLst/>
              <a:cxnLst/>
              <a:rect l="l" t="t" r="r" b="b"/>
              <a:pathLst>
                <a:path w="4185" h="4186" extrusionOk="0">
                  <a:moveTo>
                    <a:pt x="2093" y="1"/>
                  </a:moveTo>
                  <a:cubicBezTo>
                    <a:pt x="942" y="1"/>
                    <a:pt x="0" y="942"/>
                    <a:pt x="0" y="2093"/>
                  </a:cubicBezTo>
                  <a:cubicBezTo>
                    <a:pt x="0" y="3244"/>
                    <a:pt x="942" y="4185"/>
                    <a:pt x="2093" y="4185"/>
                  </a:cubicBezTo>
                  <a:cubicBezTo>
                    <a:pt x="3243" y="4185"/>
                    <a:pt x="4185" y="3244"/>
                    <a:pt x="4185" y="2093"/>
                  </a:cubicBezTo>
                  <a:cubicBezTo>
                    <a:pt x="4185" y="942"/>
                    <a:pt x="3243"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45"/>
            <p:cNvSpPr/>
            <p:nvPr/>
          </p:nvSpPr>
          <p:spPr>
            <a:xfrm>
              <a:off x="6455575" y="292313"/>
              <a:ext cx="104650" cy="104650"/>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5" y="3244"/>
                    <a:pt x="4185" y="2093"/>
                  </a:cubicBezTo>
                  <a:cubicBezTo>
                    <a:pt x="4185" y="942"/>
                    <a:pt x="3244" y="1"/>
                    <a:pt x="2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45"/>
            <p:cNvSpPr/>
            <p:nvPr/>
          </p:nvSpPr>
          <p:spPr>
            <a:xfrm>
              <a:off x="53931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45"/>
            <p:cNvSpPr/>
            <p:nvPr/>
          </p:nvSpPr>
          <p:spPr>
            <a:xfrm>
              <a:off x="565942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45"/>
            <p:cNvSpPr/>
            <p:nvPr/>
          </p:nvSpPr>
          <p:spPr>
            <a:xfrm>
              <a:off x="5924650" y="500513"/>
              <a:ext cx="104625" cy="104650"/>
            </a:xfrm>
            <a:custGeom>
              <a:avLst/>
              <a:gdLst/>
              <a:ahLst/>
              <a:cxnLst/>
              <a:rect l="l" t="t" r="r" b="b"/>
              <a:pathLst>
                <a:path w="4185" h="4186" extrusionOk="0">
                  <a:moveTo>
                    <a:pt x="2092" y="0"/>
                  </a:moveTo>
                  <a:cubicBezTo>
                    <a:pt x="942" y="0"/>
                    <a:pt x="0" y="942"/>
                    <a:pt x="0" y="2093"/>
                  </a:cubicBezTo>
                  <a:cubicBezTo>
                    <a:pt x="0" y="3244"/>
                    <a:pt x="942" y="4185"/>
                    <a:pt x="2092" y="4185"/>
                  </a:cubicBezTo>
                  <a:cubicBezTo>
                    <a:pt x="3243" y="4185"/>
                    <a:pt x="4185" y="3244"/>
                    <a:pt x="4185" y="2093"/>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45"/>
            <p:cNvSpPr/>
            <p:nvPr/>
          </p:nvSpPr>
          <p:spPr>
            <a:xfrm>
              <a:off x="6190375" y="500513"/>
              <a:ext cx="104625" cy="104650"/>
            </a:xfrm>
            <a:custGeom>
              <a:avLst/>
              <a:gdLst/>
              <a:ahLst/>
              <a:cxnLst/>
              <a:rect l="l" t="t" r="r" b="b"/>
              <a:pathLst>
                <a:path w="4185" h="4186" extrusionOk="0">
                  <a:moveTo>
                    <a:pt x="2093" y="0"/>
                  </a:moveTo>
                  <a:cubicBezTo>
                    <a:pt x="942" y="0"/>
                    <a:pt x="0" y="942"/>
                    <a:pt x="0" y="2093"/>
                  </a:cubicBezTo>
                  <a:cubicBezTo>
                    <a:pt x="0" y="3244"/>
                    <a:pt x="942" y="4185"/>
                    <a:pt x="2093" y="4185"/>
                  </a:cubicBezTo>
                  <a:cubicBezTo>
                    <a:pt x="3243" y="4185"/>
                    <a:pt x="4185" y="3244"/>
                    <a:pt x="4185" y="2093"/>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45"/>
            <p:cNvSpPr/>
            <p:nvPr/>
          </p:nvSpPr>
          <p:spPr>
            <a:xfrm>
              <a:off x="6455575" y="500513"/>
              <a:ext cx="104650" cy="104650"/>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5" y="3244"/>
                    <a:pt x="4185" y="2093"/>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45"/>
            <p:cNvSpPr/>
            <p:nvPr/>
          </p:nvSpPr>
          <p:spPr>
            <a:xfrm>
              <a:off x="53931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45"/>
            <p:cNvSpPr/>
            <p:nvPr/>
          </p:nvSpPr>
          <p:spPr>
            <a:xfrm>
              <a:off x="565942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6" y="3243"/>
                    <a:pt x="4186" y="2092"/>
                  </a:cubicBezTo>
                  <a:cubicBezTo>
                    <a:pt x="4186"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45"/>
            <p:cNvSpPr/>
            <p:nvPr/>
          </p:nvSpPr>
          <p:spPr>
            <a:xfrm>
              <a:off x="5924650" y="708188"/>
              <a:ext cx="104625" cy="104625"/>
            </a:xfrm>
            <a:custGeom>
              <a:avLst/>
              <a:gdLst/>
              <a:ahLst/>
              <a:cxnLst/>
              <a:rect l="l" t="t" r="r" b="b"/>
              <a:pathLst>
                <a:path w="4185" h="4185" extrusionOk="0">
                  <a:moveTo>
                    <a:pt x="2092" y="0"/>
                  </a:moveTo>
                  <a:cubicBezTo>
                    <a:pt x="942" y="0"/>
                    <a:pt x="0" y="942"/>
                    <a:pt x="0" y="2092"/>
                  </a:cubicBezTo>
                  <a:cubicBezTo>
                    <a:pt x="0" y="3243"/>
                    <a:pt x="942" y="4185"/>
                    <a:pt x="2092" y="4185"/>
                  </a:cubicBezTo>
                  <a:cubicBezTo>
                    <a:pt x="3243" y="4185"/>
                    <a:pt x="4185" y="3243"/>
                    <a:pt x="4185" y="2092"/>
                  </a:cubicBezTo>
                  <a:cubicBezTo>
                    <a:pt x="4185" y="942"/>
                    <a:pt x="3243" y="0"/>
                    <a:pt x="20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45"/>
            <p:cNvSpPr/>
            <p:nvPr/>
          </p:nvSpPr>
          <p:spPr>
            <a:xfrm>
              <a:off x="6190375" y="708188"/>
              <a:ext cx="104625" cy="104625"/>
            </a:xfrm>
            <a:custGeom>
              <a:avLst/>
              <a:gdLst/>
              <a:ahLst/>
              <a:cxnLst/>
              <a:rect l="l" t="t" r="r" b="b"/>
              <a:pathLst>
                <a:path w="4185" h="4185" extrusionOk="0">
                  <a:moveTo>
                    <a:pt x="2093" y="0"/>
                  </a:moveTo>
                  <a:cubicBezTo>
                    <a:pt x="942" y="0"/>
                    <a:pt x="0" y="942"/>
                    <a:pt x="0" y="2092"/>
                  </a:cubicBezTo>
                  <a:cubicBezTo>
                    <a:pt x="0" y="3243"/>
                    <a:pt x="942" y="4185"/>
                    <a:pt x="2093" y="4185"/>
                  </a:cubicBezTo>
                  <a:cubicBezTo>
                    <a:pt x="3243" y="4185"/>
                    <a:pt x="4185" y="3243"/>
                    <a:pt x="4185" y="2092"/>
                  </a:cubicBezTo>
                  <a:cubicBezTo>
                    <a:pt x="4185" y="942"/>
                    <a:pt x="3243"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45"/>
            <p:cNvSpPr/>
            <p:nvPr/>
          </p:nvSpPr>
          <p:spPr>
            <a:xfrm>
              <a:off x="6455575" y="708188"/>
              <a:ext cx="104650" cy="104625"/>
            </a:xfrm>
            <a:custGeom>
              <a:avLst/>
              <a:gdLst/>
              <a:ahLst/>
              <a:cxnLst/>
              <a:rect l="l" t="t" r="r" b="b"/>
              <a:pathLst>
                <a:path w="4186" h="4185" extrusionOk="0">
                  <a:moveTo>
                    <a:pt x="2093" y="0"/>
                  </a:moveTo>
                  <a:cubicBezTo>
                    <a:pt x="942" y="0"/>
                    <a:pt x="1" y="942"/>
                    <a:pt x="1" y="2092"/>
                  </a:cubicBezTo>
                  <a:cubicBezTo>
                    <a:pt x="1" y="3243"/>
                    <a:pt x="942" y="4185"/>
                    <a:pt x="2093" y="4185"/>
                  </a:cubicBezTo>
                  <a:cubicBezTo>
                    <a:pt x="3244" y="4185"/>
                    <a:pt x="4185" y="3243"/>
                    <a:pt x="4185" y="2092"/>
                  </a:cubicBezTo>
                  <a:cubicBezTo>
                    <a:pt x="4185" y="942"/>
                    <a:pt x="3244" y="0"/>
                    <a:pt x="2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2" name="Google Shape;572;p45"/>
          <p:cNvSpPr txBox="1">
            <a:spLocks noGrp="1"/>
          </p:cNvSpPr>
          <p:nvPr>
            <p:ph type="title"/>
          </p:nvPr>
        </p:nvSpPr>
        <p:spPr>
          <a:xfrm>
            <a:off x="1272050" y="470713"/>
            <a:ext cx="63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Implementasi  Metode  </a:t>
            </a:r>
            <a:r>
              <a:rPr lang="en" sz="2400" b="0">
                <a:solidFill>
                  <a:schemeClr val="accent2"/>
                </a:solidFill>
                <a:highlight>
                  <a:schemeClr val="lt2"/>
                </a:highlight>
              </a:rPr>
              <a:t>CRISP-DM </a:t>
            </a:r>
            <a:endParaRPr sz="2400" b="0">
              <a:solidFill>
                <a:schemeClr val="accent2"/>
              </a:solidFill>
              <a:highlight>
                <a:schemeClr val="lt2"/>
              </a:highlight>
            </a:endParaRPr>
          </a:p>
        </p:txBody>
      </p:sp>
      <p:sp>
        <p:nvSpPr>
          <p:cNvPr id="573" name="Google Shape;573;p45"/>
          <p:cNvSpPr txBox="1">
            <a:spLocks noGrp="1"/>
          </p:cNvSpPr>
          <p:nvPr>
            <p:ph type="title" idx="3"/>
          </p:nvPr>
        </p:nvSpPr>
        <p:spPr>
          <a:xfrm>
            <a:off x="1338078" y="1064575"/>
            <a:ext cx="3607500" cy="478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700"/>
              <a:t>D. 	Modelling</a:t>
            </a:r>
            <a:endParaRPr sz="1700"/>
          </a:p>
        </p:txBody>
      </p:sp>
      <p:sp>
        <p:nvSpPr>
          <p:cNvPr id="574" name="Google Shape;574;p45"/>
          <p:cNvSpPr txBox="1">
            <a:spLocks noGrp="1"/>
          </p:cNvSpPr>
          <p:nvPr>
            <p:ph type="subTitle" idx="1"/>
          </p:nvPr>
        </p:nvSpPr>
        <p:spPr>
          <a:xfrm>
            <a:off x="1991125" y="2647175"/>
            <a:ext cx="2746200" cy="6213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5. 	Analisis Variasi Penjualan Regional </a:t>
            </a:r>
            <a:endParaRPr/>
          </a:p>
        </p:txBody>
      </p:sp>
      <p:sp>
        <p:nvSpPr>
          <p:cNvPr id="575" name="Google Shape;575;p45"/>
          <p:cNvSpPr txBox="1">
            <a:spLocks noGrp="1"/>
          </p:cNvSpPr>
          <p:nvPr>
            <p:ph type="subTitle" idx="1"/>
          </p:nvPr>
        </p:nvSpPr>
        <p:spPr>
          <a:xfrm>
            <a:off x="4864500" y="1462625"/>
            <a:ext cx="4123800" cy="6213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6. Analisis Distribusi Penjualan Berdasarkan Genre dan Kategori Rating </a:t>
            </a:r>
            <a:endParaRPr/>
          </a:p>
        </p:txBody>
      </p:sp>
      <p:pic>
        <p:nvPicPr>
          <p:cNvPr id="576" name="Google Shape;576;p45"/>
          <p:cNvPicPr preferRelativeResize="0"/>
          <p:nvPr/>
        </p:nvPicPr>
        <p:blipFill>
          <a:blip r:embed="rId3">
            <a:alphaModFix/>
          </a:blip>
          <a:stretch>
            <a:fillRect/>
          </a:stretch>
        </p:blipFill>
        <p:spPr>
          <a:xfrm>
            <a:off x="634751" y="1569624"/>
            <a:ext cx="1356375" cy="2667950"/>
          </a:xfrm>
          <a:prstGeom prst="rect">
            <a:avLst/>
          </a:prstGeom>
          <a:noFill/>
          <a:ln>
            <a:noFill/>
          </a:ln>
        </p:spPr>
      </p:pic>
      <p:pic>
        <p:nvPicPr>
          <p:cNvPr id="577" name="Google Shape;577;p45"/>
          <p:cNvPicPr preferRelativeResize="0"/>
          <p:nvPr/>
        </p:nvPicPr>
        <p:blipFill>
          <a:blip r:embed="rId4">
            <a:alphaModFix/>
          </a:blip>
          <a:stretch>
            <a:fillRect/>
          </a:stretch>
        </p:blipFill>
        <p:spPr>
          <a:xfrm>
            <a:off x="5007420" y="2025725"/>
            <a:ext cx="3528149" cy="23313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sp>
        <p:nvSpPr>
          <p:cNvPr id="582" name="Google Shape;582;p46"/>
          <p:cNvSpPr txBox="1">
            <a:spLocks noGrp="1"/>
          </p:cNvSpPr>
          <p:nvPr>
            <p:ph type="subTitle" idx="2"/>
          </p:nvPr>
        </p:nvSpPr>
        <p:spPr>
          <a:xfrm>
            <a:off x="1398900" y="1443975"/>
            <a:ext cx="6346200" cy="932100"/>
          </a:xfrm>
          <a:prstGeom prst="rect">
            <a:avLst/>
          </a:prstGeom>
        </p:spPr>
        <p:txBody>
          <a:bodyPr spcFirstLastPara="1" wrap="square" lIns="91425" tIns="91425" rIns="91425" bIns="91425" anchor="t" anchorCtr="0">
            <a:noAutofit/>
          </a:bodyPr>
          <a:lstStyle/>
          <a:p>
            <a:pPr marL="285750" lvl="0" indent="-285750" algn="just" rtl="0">
              <a:lnSpc>
                <a:spcPct val="115000"/>
              </a:lnSpc>
              <a:spcBef>
                <a:spcPts val="1200"/>
              </a:spcBef>
              <a:spcAft>
                <a:spcPts val="0"/>
              </a:spcAft>
              <a:buClr>
                <a:schemeClr val="dk1"/>
              </a:buClr>
              <a:buSzPts val="1100"/>
              <a:buFont typeface="Wingdings" panose="05000000000000000000" pitchFamily="2" charset="2"/>
              <a:buChar char="§"/>
            </a:pPr>
            <a:r>
              <a:rPr lang="en-ID" sz="1500" dirty="0"/>
              <a:t>Genre </a:t>
            </a:r>
            <a:r>
              <a:rPr lang="en-ID" sz="1500" dirty="0" err="1"/>
              <a:t>Dominan</a:t>
            </a:r>
            <a:r>
              <a:rPr lang="en-ID" sz="1500" dirty="0"/>
              <a:t> </a:t>
            </a:r>
            <a:r>
              <a:rPr lang="en-ID" sz="1500" dirty="0" err="1"/>
              <a:t>Secara</a:t>
            </a:r>
            <a:r>
              <a:rPr lang="en-ID" sz="1500" dirty="0"/>
              <a:t> </a:t>
            </a:r>
            <a:r>
              <a:rPr lang="en-ID" sz="1500" dirty="0" err="1"/>
              <a:t>Konsisten</a:t>
            </a:r>
            <a:r>
              <a:rPr lang="en-ID" sz="1500" dirty="0"/>
              <a:t>: Platform, Shooter, dan Sports </a:t>
            </a:r>
            <a:r>
              <a:rPr lang="en-ID" sz="1500" dirty="0" err="1"/>
              <a:t>menunjukkan</a:t>
            </a:r>
            <a:r>
              <a:rPr lang="en-ID" sz="1500" dirty="0"/>
              <a:t> </a:t>
            </a:r>
            <a:r>
              <a:rPr lang="en-ID" sz="1500" dirty="0" err="1"/>
              <a:t>performa</a:t>
            </a:r>
            <a:r>
              <a:rPr lang="en-ID" sz="1500" dirty="0"/>
              <a:t> </a:t>
            </a:r>
            <a:r>
              <a:rPr lang="en-ID" sz="1500" dirty="0" err="1"/>
              <a:t>penjualan</a:t>
            </a:r>
            <a:r>
              <a:rPr lang="en-ID" sz="1500" dirty="0"/>
              <a:t> </a:t>
            </a:r>
            <a:r>
              <a:rPr lang="en-ID" sz="1500" dirty="0" err="1"/>
              <a:t>tertinggi</a:t>
            </a:r>
            <a:r>
              <a:rPr lang="en-ID" sz="1500" dirty="0"/>
              <a:t> </a:t>
            </a:r>
            <a:r>
              <a:rPr lang="en-ID" sz="1500" dirty="0" err="1"/>
              <a:t>dari</a:t>
            </a:r>
            <a:r>
              <a:rPr lang="en-ID" sz="1500" dirty="0"/>
              <a:t> </a:t>
            </a:r>
            <a:r>
              <a:rPr lang="en-ID" sz="1500" dirty="0" err="1"/>
              <a:t>berbagai</a:t>
            </a:r>
            <a:r>
              <a:rPr lang="en-ID" sz="1500" dirty="0"/>
              <a:t> </a:t>
            </a:r>
            <a:r>
              <a:rPr lang="en-ID" sz="1500" dirty="0" err="1"/>
              <a:t>pendekatan</a:t>
            </a:r>
            <a:r>
              <a:rPr lang="en-ID" sz="1500" dirty="0"/>
              <a:t> </a:t>
            </a:r>
            <a:r>
              <a:rPr lang="en-ID" sz="1500" dirty="0" err="1"/>
              <a:t>statistik</a:t>
            </a:r>
            <a:r>
              <a:rPr lang="en-ID" sz="1500" dirty="0"/>
              <a:t> (mean, median, rating).</a:t>
            </a:r>
          </a:p>
          <a:p>
            <a:pPr marL="285750" lvl="0" indent="-285750" algn="just" rtl="0">
              <a:lnSpc>
                <a:spcPct val="115000"/>
              </a:lnSpc>
              <a:spcBef>
                <a:spcPts val="1200"/>
              </a:spcBef>
              <a:spcAft>
                <a:spcPts val="0"/>
              </a:spcAft>
              <a:buClr>
                <a:schemeClr val="dk1"/>
              </a:buClr>
              <a:buSzPts val="1100"/>
              <a:buFont typeface="Wingdings" panose="05000000000000000000" pitchFamily="2" charset="2"/>
              <a:buChar char="§"/>
            </a:pPr>
            <a:r>
              <a:rPr lang="en-ID" sz="1500" dirty="0" err="1"/>
              <a:t>Popularitas</a:t>
            </a:r>
            <a:r>
              <a:rPr lang="en-ID" sz="1500" dirty="0"/>
              <a:t> dan </a:t>
            </a:r>
            <a:r>
              <a:rPr lang="en-ID" sz="1500" dirty="0" err="1"/>
              <a:t>Produksi</a:t>
            </a:r>
            <a:r>
              <a:rPr lang="en-ID" sz="1500" dirty="0"/>
              <a:t> Tinggi: Genre Action paling </a:t>
            </a:r>
            <a:r>
              <a:rPr lang="en-ID" sz="1500" dirty="0" err="1"/>
              <a:t>sering</a:t>
            </a:r>
            <a:r>
              <a:rPr lang="en-ID" sz="1500" dirty="0"/>
              <a:t> </a:t>
            </a:r>
            <a:r>
              <a:rPr lang="en-ID" sz="1500" dirty="0" err="1"/>
              <a:t>dirilis</a:t>
            </a:r>
            <a:r>
              <a:rPr lang="en-ID" sz="1500" dirty="0"/>
              <a:t>, </a:t>
            </a:r>
            <a:r>
              <a:rPr lang="en-ID" sz="1500" dirty="0" err="1"/>
              <a:t>menandakan</a:t>
            </a:r>
            <a:r>
              <a:rPr lang="en-ID" sz="1500" dirty="0"/>
              <a:t> </a:t>
            </a:r>
            <a:r>
              <a:rPr lang="en-ID" sz="1500" dirty="0" err="1"/>
              <a:t>tingginya</a:t>
            </a:r>
            <a:r>
              <a:rPr lang="en-ID" sz="1500" dirty="0"/>
              <a:t> </a:t>
            </a:r>
            <a:r>
              <a:rPr lang="en-ID" sz="1500" dirty="0" err="1"/>
              <a:t>permintaan</a:t>
            </a:r>
            <a:r>
              <a:rPr lang="en-ID" sz="1500" dirty="0"/>
              <a:t> dan </a:t>
            </a:r>
            <a:r>
              <a:rPr lang="en-ID" sz="1500" dirty="0" err="1"/>
              <a:t>siklus</a:t>
            </a:r>
            <a:r>
              <a:rPr lang="en-ID" sz="1500" dirty="0"/>
              <a:t> </a:t>
            </a:r>
            <a:r>
              <a:rPr lang="en-ID" sz="1500" dirty="0" err="1"/>
              <a:t>produksi</a:t>
            </a:r>
            <a:r>
              <a:rPr lang="en-ID" sz="1500" dirty="0"/>
              <a:t> </a:t>
            </a:r>
            <a:r>
              <a:rPr lang="en-ID" sz="1500" dirty="0" err="1"/>
              <a:t>aktif</a:t>
            </a:r>
            <a:r>
              <a:rPr lang="en-ID" sz="1500" dirty="0"/>
              <a:t>.</a:t>
            </a:r>
          </a:p>
          <a:p>
            <a:pPr marL="285750" lvl="0" indent="-285750" algn="just" rtl="0">
              <a:lnSpc>
                <a:spcPct val="115000"/>
              </a:lnSpc>
              <a:spcBef>
                <a:spcPts val="1200"/>
              </a:spcBef>
              <a:spcAft>
                <a:spcPts val="0"/>
              </a:spcAft>
              <a:buClr>
                <a:schemeClr val="dk1"/>
              </a:buClr>
              <a:buSzPts val="1100"/>
              <a:buFont typeface="Wingdings" panose="05000000000000000000" pitchFamily="2" charset="2"/>
              <a:buChar char="§"/>
            </a:pPr>
            <a:r>
              <a:rPr lang="en-ID" sz="1500" dirty="0"/>
              <a:t>Strategi Regional dan </a:t>
            </a:r>
            <a:r>
              <a:rPr lang="en-ID" sz="1500" dirty="0" err="1"/>
              <a:t>Demografis</a:t>
            </a:r>
            <a:r>
              <a:rPr lang="en-ID" sz="1500" dirty="0"/>
              <a:t>: </a:t>
            </a:r>
            <a:r>
              <a:rPr lang="en-ID" sz="1500" dirty="0" err="1"/>
              <a:t>Korelasi</a:t>
            </a:r>
            <a:r>
              <a:rPr lang="en-ID" sz="1500" dirty="0"/>
              <a:t> </a:t>
            </a:r>
            <a:r>
              <a:rPr lang="en-ID" sz="1500" dirty="0" err="1"/>
              <a:t>positif</a:t>
            </a:r>
            <a:r>
              <a:rPr lang="en-ID" sz="1500" dirty="0"/>
              <a:t> </a:t>
            </a:r>
            <a:r>
              <a:rPr lang="en-ID" sz="1500" dirty="0" err="1"/>
              <a:t>antara</a:t>
            </a:r>
            <a:r>
              <a:rPr lang="en-ID" sz="1500" dirty="0"/>
              <a:t> </a:t>
            </a:r>
            <a:r>
              <a:rPr lang="en-ID" sz="1500" dirty="0" err="1"/>
              <a:t>penjualan</a:t>
            </a:r>
            <a:r>
              <a:rPr lang="en-ID" sz="1500" dirty="0"/>
              <a:t> regional dan global </a:t>
            </a:r>
            <a:r>
              <a:rPr lang="en-ID" sz="1500" dirty="0" err="1"/>
              <a:t>serta</a:t>
            </a:r>
            <a:r>
              <a:rPr lang="en-ID" sz="1500" dirty="0"/>
              <a:t> </a:t>
            </a:r>
            <a:r>
              <a:rPr lang="en-ID" sz="1500" dirty="0" err="1"/>
              <a:t>distribusi</a:t>
            </a:r>
            <a:r>
              <a:rPr lang="en-ID" sz="1500" dirty="0"/>
              <a:t> </a:t>
            </a:r>
            <a:r>
              <a:rPr lang="en-ID" sz="1500" dirty="0" err="1"/>
              <a:t>berdasarkan</a:t>
            </a:r>
            <a:r>
              <a:rPr lang="en-ID" sz="1500" dirty="0"/>
              <a:t> rating </a:t>
            </a:r>
            <a:r>
              <a:rPr lang="en-ID" sz="1500" dirty="0" err="1"/>
              <a:t>memperkuat</a:t>
            </a:r>
            <a:r>
              <a:rPr lang="en-ID" sz="1500" dirty="0"/>
              <a:t> </a:t>
            </a:r>
            <a:r>
              <a:rPr lang="en-ID" sz="1500" dirty="0" err="1"/>
              <a:t>pentingnya</a:t>
            </a:r>
            <a:r>
              <a:rPr lang="en-ID" sz="1500" dirty="0"/>
              <a:t> strategi </a:t>
            </a:r>
            <a:r>
              <a:rPr lang="en-ID" sz="1500" dirty="0" err="1"/>
              <a:t>peluncuran</a:t>
            </a:r>
            <a:r>
              <a:rPr lang="en-ID" sz="1500" dirty="0"/>
              <a:t> yang </a:t>
            </a:r>
            <a:r>
              <a:rPr lang="en-ID" sz="1500" dirty="0" err="1"/>
              <a:t>tersegmentasi</a:t>
            </a:r>
            <a:r>
              <a:rPr lang="en-ID" sz="1500" dirty="0"/>
              <a:t> </a:t>
            </a:r>
            <a:r>
              <a:rPr lang="en-ID" sz="1500" dirty="0" err="1"/>
              <a:t>secara</a:t>
            </a:r>
            <a:r>
              <a:rPr lang="en-ID" sz="1500" dirty="0"/>
              <a:t> </a:t>
            </a:r>
            <a:r>
              <a:rPr lang="en-ID" sz="1500" dirty="0" err="1"/>
              <a:t>geografis</a:t>
            </a:r>
            <a:r>
              <a:rPr lang="en-ID" sz="1500" dirty="0"/>
              <a:t> dan </a:t>
            </a:r>
            <a:r>
              <a:rPr lang="en-ID" sz="1500" dirty="0" err="1"/>
              <a:t>demografis</a:t>
            </a:r>
            <a:r>
              <a:rPr lang="en-ID" sz="1500" dirty="0"/>
              <a:t>.</a:t>
            </a:r>
            <a:endParaRPr dirty="0"/>
          </a:p>
        </p:txBody>
      </p:sp>
      <p:sp>
        <p:nvSpPr>
          <p:cNvPr id="583" name="Google Shape;583;p46"/>
          <p:cNvSpPr txBox="1">
            <a:spLocks noGrp="1"/>
          </p:cNvSpPr>
          <p:nvPr>
            <p:ph type="title"/>
          </p:nvPr>
        </p:nvSpPr>
        <p:spPr>
          <a:xfrm>
            <a:off x="1468100" y="632163"/>
            <a:ext cx="63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Implementasi  Metode  </a:t>
            </a:r>
            <a:r>
              <a:rPr lang="en" sz="2400" b="0">
                <a:solidFill>
                  <a:schemeClr val="accent2"/>
                </a:solidFill>
                <a:highlight>
                  <a:schemeClr val="lt2"/>
                </a:highlight>
              </a:rPr>
              <a:t>CRISP-DM </a:t>
            </a:r>
            <a:endParaRPr sz="2400" b="0">
              <a:solidFill>
                <a:schemeClr val="accent2"/>
              </a:solidFill>
              <a:highlight>
                <a:schemeClr val="lt2"/>
              </a:highlight>
            </a:endParaRPr>
          </a:p>
        </p:txBody>
      </p:sp>
      <p:sp>
        <p:nvSpPr>
          <p:cNvPr id="584" name="Google Shape;584;p46"/>
          <p:cNvSpPr txBox="1">
            <a:spLocks noGrp="1"/>
          </p:cNvSpPr>
          <p:nvPr>
            <p:ph type="title" idx="3"/>
          </p:nvPr>
        </p:nvSpPr>
        <p:spPr>
          <a:xfrm>
            <a:off x="1468103" y="1204875"/>
            <a:ext cx="3607500" cy="478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700"/>
              <a:t>E. 	Evaluation</a:t>
            </a:r>
            <a:endParaRPr sz="17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88"/>
        <p:cNvGrpSpPr/>
        <p:nvPr/>
      </p:nvGrpSpPr>
      <p:grpSpPr>
        <a:xfrm>
          <a:off x="0" y="0"/>
          <a:ext cx="0" cy="0"/>
          <a:chOff x="0" y="0"/>
          <a:chExt cx="0" cy="0"/>
        </a:xfrm>
      </p:grpSpPr>
      <p:sp>
        <p:nvSpPr>
          <p:cNvPr id="589" name="Google Shape;589;p47"/>
          <p:cNvSpPr/>
          <p:nvPr/>
        </p:nvSpPr>
        <p:spPr>
          <a:xfrm rot="-5400000">
            <a:off x="7814089" y="596490"/>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0" name="Google Shape;590;p47"/>
          <p:cNvGrpSpPr/>
          <p:nvPr/>
        </p:nvGrpSpPr>
        <p:grpSpPr>
          <a:xfrm>
            <a:off x="8019163" y="545088"/>
            <a:ext cx="1281575" cy="238575"/>
            <a:chOff x="1256325" y="2604375"/>
            <a:chExt cx="1281575" cy="238575"/>
          </a:xfrm>
        </p:grpSpPr>
        <p:sp>
          <p:nvSpPr>
            <p:cNvPr id="591" name="Google Shape;591;p47"/>
            <p:cNvSpPr/>
            <p:nvPr/>
          </p:nvSpPr>
          <p:spPr>
            <a:xfrm>
              <a:off x="1256325" y="2604375"/>
              <a:ext cx="285100" cy="238575"/>
            </a:xfrm>
            <a:custGeom>
              <a:avLst/>
              <a:gdLst/>
              <a:ahLst/>
              <a:cxnLst/>
              <a:rect l="l" t="t" r="r" b="b"/>
              <a:pathLst>
                <a:path w="11404" h="9543" extrusionOk="0">
                  <a:moveTo>
                    <a:pt x="9562" y="1"/>
                  </a:moveTo>
                  <a:lnTo>
                    <a:pt x="0"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47"/>
            <p:cNvSpPr/>
            <p:nvPr/>
          </p:nvSpPr>
          <p:spPr>
            <a:xfrm>
              <a:off x="1398600" y="2604375"/>
              <a:ext cx="284575" cy="238575"/>
            </a:xfrm>
            <a:custGeom>
              <a:avLst/>
              <a:gdLst/>
              <a:ahLst/>
              <a:cxnLst/>
              <a:rect l="l" t="t" r="r" b="b"/>
              <a:pathLst>
                <a:path w="11383" h="9543" extrusionOk="0">
                  <a:moveTo>
                    <a:pt x="9563" y="1"/>
                  </a:moveTo>
                  <a:lnTo>
                    <a:pt x="0" y="9542"/>
                  </a:lnTo>
                  <a:lnTo>
                    <a:pt x="1842"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47"/>
            <p:cNvSpPr/>
            <p:nvPr/>
          </p:nvSpPr>
          <p:spPr>
            <a:xfrm>
              <a:off x="1541400"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47"/>
            <p:cNvSpPr/>
            <p:nvPr/>
          </p:nvSpPr>
          <p:spPr>
            <a:xfrm>
              <a:off x="1683150" y="2604375"/>
              <a:ext cx="285125" cy="238575"/>
            </a:xfrm>
            <a:custGeom>
              <a:avLst/>
              <a:gdLst/>
              <a:ahLst/>
              <a:cxnLst/>
              <a:rect l="l" t="t" r="r" b="b"/>
              <a:pathLst>
                <a:path w="11405" h="9543" extrusionOk="0">
                  <a:moveTo>
                    <a:pt x="9584" y="1"/>
                  </a:moveTo>
                  <a:lnTo>
                    <a:pt x="1" y="9542"/>
                  </a:lnTo>
                  <a:lnTo>
                    <a:pt x="1842"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47"/>
            <p:cNvSpPr/>
            <p:nvPr/>
          </p:nvSpPr>
          <p:spPr>
            <a:xfrm>
              <a:off x="1825950" y="2604375"/>
              <a:ext cx="285125" cy="238575"/>
            </a:xfrm>
            <a:custGeom>
              <a:avLst/>
              <a:gdLst/>
              <a:ahLst/>
              <a:cxnLst/>
              <a:rect l="l" t="t" r="r" b="b"/>
              <a:pathLst>
                <a:path w="11405" h="9543" extrusionOk="0">
                  <a:moveTo>
                    <a:pt x="9563" y="1"/>
                  </a:moveTo>
                  <a:lnTo>
                    <a:pt x="1" y="9542"/>
                  </a:lnTo>
                  <a:lnTo>
                    <a:pt x="182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47"/>
            <p:cNvSpPr/>
            <p:nvPr/>
          </p:nvSpPr>
          <p:spPr>
            <a:xfrm>
              <a:off x="1968250" y="2604375"/>
              <a:ext cx="285100" cy="238575"/>
            </a:xfrm>
            <a:custGeom>
              <a:avLst/>
              <a:gdLst/>
              <a:ahLst/>
              <a:cxnLst/>
              <a:rect l="l" t="t" r="r" b="b"/>
              <a:pathLst>
                <a:path w="11404" h="9543" extrusionOk="0">
                  <a:moveTo>
                    <a:pt x="9583" y="1"/>
                  </a:moveTo>
                  <a:lnTo>
                    <a:pt x="0" y="9542"/>
                  </a:lnTo>
                  <a:lnTo>
                    <a:pt x="1841" y="9542"/>
                  </a:lnTo>
                  <a:lnTo>
                    <a:pt x="114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47"/>
            <p:cNvSpPr/>
            <p:nvPr/>
          </p:nvSpPr>
          <p:spPr>
            <a:xfrm>
              <a:off x="2111050" y="2604375"/>
              <a:ext cx="284050" cy="238575"/>
            </a:xfrm>
            <a:custGeom>
              <a:avLst/>
              <a:gdLst/>
              <a:ahLst/>
              <a:cxnLst/>
              <a:rect l="l" t="t" r="r" b="b"/>
              <a:pathLst>
                <a:path w="11362" h="9543" extrusionOk="0">
                  <a:moveTo>
                    <a:pt x="9562" y="1"/>
                  </a:moveTo>
                  <a:lnTo>
                    <a:pt x="0" y="9542"/>
                  </a:lnTo>
                  <a:lnTo>
                    <a:pt x="1821" y="9542"/>
                  </a:lnTo>
                  <a:lnTo>
                    <a:pt x="113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47"/>
            <p:cNvSpPr/>
            <p:nvPr/>
          </p:nvSpPr>
          <p:spPr>
            <a:xfrm>
              <a:off x="2253325" y="2604375"/>
              <a:ext cx="284575" cy="238575"/>
            </a:xfrm>
            <a:custGeom>
              <a:avLst/>
              <a:gdLst/>
              <a:ahLst/>
              <a:cxnLst/>
              <a:rect l="l" t="t" r="r" b="b"/>
              <a:pathLst>
                <a:path w="11383" h="9543" extrusionOk="0">
                  <a:moveTo>
                    <a:pt x="9542" y="1"/>
                  </a:moveTo>
                  <a:lnTo>
                    <a:pt x="1" y="9542"/>
                  </a:lnTo>
                  <a:lnTo>
                    <a:pt x="1800" y="9542"/>
                  </a:lnTo>
                  <a:lnTo>
                    <a:pt x="113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9" name="Google Shape;599;p47"/>
          <p:cNvSpPr txBox="1">
            <a:spLocks noGrp="1"/>
          </p:cNvSpPr>
          <p:nvPr>
            <p:ph type="title"/>
          </p:nvPr>
        </p:nvSpPr>
        <p:spPr>
          <a:xfrm>
            <a:off x="1064475" y="491038"/>
            <a:ext cx="63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Implementasi  Metode  </a:t>
            </a:r>
            <a:r>
              <a:rPr lang="en" sz="2400" b="0">
                <a:solidFill>
                  <a:schemeClr val="accent2"/>
                </a:solidFill>
                <a:highlight>
                  <a:schemeClr val="lt2"/>
                </a:highlight>
              </a:rPr>
              <a:t>CRISP-DM </a:t>
            </a:r>
            <a:endParaRPr sz="2400" b="0">
              <a:solidFill>
                <a:schemeClr val="accent2"/>
              </a:solidFill>
              <a:highlight>
                <a:schemeClr val="lt2"/>
              </a:highlight>
            </a:endParaRPr>
          </a:p>
        </p:txBody>
      </p:sp>
      <p:sp>
        <p:nvSpPr>
          <p:cNvPr id="600" name="Google Shape;600;p47"/>
          <p:cNvSpPr txBox="1">
            <a:spLocks noGrp="1"/>
          </p:cNvSpPr>
          <p:nvPr>
            <p:ph type="title" idx="2"/>
          </p:nvPr>
        </p:nvSpPr>
        <p:spPr>
          <a:xfrm>
            <a:off x="1130503" y="1063750"/>
            <a:ext cx="3607500" cy="478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700"/>
              <a:t>F. 	Deployment</a:t>
            </a:r>
            <a:endParaRPr sz="1700"/>
          </a:p>
        </p:txBody>
      </p:sp>
      <p:pic>
        <p:nvPicPr>
          <p:cNvPr id="601" name="Google Shape;601;p47"/>
          <p:cNvPicPr preferRelativeResize="0"/>
          <p:nvPr/>
        </p:nvPicPr>
        <p:blipFill>
          <a:blip r:embed="rId3">
            <a:alphaModFix/>
          </a:blip>
          <a:stretch>
            <a:fillRect/>
          </a:stretch>
        </p:blipFill>
        <p:spPr>
          <a:xfrm>
            <a:off x="1248000" y="1541950"/>
            <a:ext cx="5512349" cy="28743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48"/>
          <p:cNvSpPr txBox="1">
            <a:spLocks noGrp="1"/>
          </p:cNvSpPr>
          <p:nvPr>
            <p:ph type="title"/>
          </p:nvPr>
        </p:nvSpPr>
        <p:spPr>
          <a:xfrm>
            <a:off x="2427757" y="742200"/>
            <a:ext cx="4288500" cy="478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b="0">
                <a:solidFill>
                  <a:schemeClr val="accent2"/>
                </a:solidFill>
                <a:highlight>
                  <a:schemeClr val="lt2"/>
                </a:highlight>
              </a:rPr>
              <a:t>Kesimpulan</a:t>
            </a:r>
            <a:endParaRPr sz="2400" b="0">
              <a:solidFill>
                <a:schemeClr val="accent2"/>
              </a:solidFill>
              <a:highlight>
                <a:schemeClr val="lt2"/>
              </a:highlight>
            </a:endParaRPr>
          </a:p>
        </p:txBody>
      </p:sp>
      <p:sp>
        <p:nvSpPr>
          <p:cNvPr id="607" name="Google Shape;607;p48"/>
          <p:cNvSpPr txBox="1">
            <a:spLocks noGrp="1"/>
          </p:cNvSpPr>
          <p:nvPr>
            <p:ph type="subTitle" idx="1"/>
          </p:nvPr>
        </p:nvSpPr>
        <p:spPr>
          <a:xfrm>
            <a:off x="607350" y="1338000"/>
            <a:ext cx="7929300" cy="2467500"/>
          </a:xfrm>
          <a:prstGeom prst="rect">
            <a:avLst/>
          </a:prstGeom>
        </p:spPr>
        <p:txBody>
          <a:bodyPr spcFirstLastPara="1" wrap="square" lIns="91425" tIns="91425" rIns="91425" bIns="91425" anchor="b" anchorCtr="0">
            <a:noAutofit/>
          </a:bodyPr>
          <a:lstStyle/>
          <a:p>
            <a:pPr marL="419100" lvl="0" indent="-285750" algn="l" rtl="0">
              <a:lnSpc>
                <a:spcPct val="115000"/>
              </a:lnSpc>
              <a:spcBef>
                <a:spcPts val="0"/>
              </a:spcBef>
              <a:spcAft>
                <a:spcPts val="0"/>
              </a:spcAft>
              <a:buClr>
                <a:schemeClr val="dk1"/>
              </a:buClr>
              <a:buSzPts val="1500"/>
              <a:buFont typeface="Wingdings" panose="05000000000000000000" pitchFamily="2" charset="2"/>
              <a:buChar char="§"/>
            </a:pPr>
            <a:r>
              <a:rPr lang="en-ID" sz="1500" dirty="0">
                <a:solidFill>
                  <a:schemeClr val="dk1"/>
                </a:solidFill>
                <a:latin typeface="Raleway"/>
                <a:ea typeface="Raleway"/>
                <a:cs typeface="Raleway"/>
                <a:sym typeface="Raleway"/>
              </a:rPr>
              <a:t>Genre Platform, Shooter, dan Sports </a:t>
            </a:r>
            <a:r>
              <a:rPr lang="en-ID" sz="1500" dirty="0" err="1">
                <a:solidFill>
                  <a:schemeClr val="dk1"/>
                </a:solidFill>
                <a:latin typeface="Raleway"/>
                <a:ea typeface="Raleway"/>
                <a:cs typeface="Raleway"/>
                <a:sym typeface="Raleway"/>
              </a:rPr>
              <a:t>terbukti</a:t>
            </a:r>
            <a:r>
              <a:rPr lang="en-ID" sz="1500" dirty="0">
                <a:solidFill>
                  <a:schemeClr val="dk1"/>
                </a:solidFill>
                <a:latin typeface="Raleway"/>
                <a:ea typeface="Raleway"/>
                <a:cs typeface="Raleway"/>
                <a:sym typeface="Raleway"/>
              </a:rPr>
              <a:t> paling </a:t>
            </a:r>
            <a:r>
              <a:rPr lang="en-ID" sz="1500" dirty="0" err="1">
                <a:solidFill>
                  <a:schemeClr val="dk1"/>
                </a:solidFill>
                <a:latin typeface="Raleway"/>
                <a:ea typeface="Raleway"/>
                <a:cs typeface="Raleway"/>
                <a:sym typeface="Raleway"/>
              </a:rPr>
              <a:t>diminati</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secara</a:t>
            </a:r>
            <a:r>
              <a:rPr lang="en-ID" sz="1500" dirty="0">
                <a:solidFill>
                  <a:schemeClr val="dk1"/>
                </a:solidFill>
                <a:latin typeface="Raleway"/>
                <a:ea typeface="Raleway"/>
                <a:cs typeface="Raleway"/>
                <a:sym typeface="Raleway"/>
              </a:rPr>
              <a:t> global </a:t>
            </a:r>
            <a:r>
              <a:rPr lang="en-ID" sz="1500" dirty="0" err="1">
                <a:solidFill>
                  <a:schemeClr val="dk1"/>
                </a:solidFill>
                <a:latin typeface="Raleway"/>
                <a:ea typeface="Raleway"/>
                <a:cs typeface="Raleway"/>
                <a:sym typeface="Raleway"/>
              </a:rPr>
              <a:t>berdasarkan</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berbagai</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pendekatan</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statistik</a:t>
            </a:r>
            <a:r>
              <a:rPr lang="en-ID" sz="1500" dirty="0">
                <a:solidFill>
                  <a:schemeClr val="dk1"/>
                </a:solidFill>
                <a:latin typeface="Raleway"/>
                <a:ea typeface="Raleway"/>
                <a:cs typeface="Raleway"/>
                <a:sym typeface="Raleway"/>
              </a:rPr>
              <a:t>.</a:t>
            </a:r>
          </a:p>
          <a:p>
            <a:pPr marL="419100" lvl="0" indent="-285750" algn="l" rtl="0">
              <a:lnSpc>
                <a:spcPct val="115000"/>
              </a:lnSpc>
              <a:spcBef>
                <a:spcPts val="0"/>
              </a:spcBef>
              <a:spcAft>
                <a:spcPts val="0"/>
              </a:spcAft>
              <a:buClr>
                <a:schemeClr val="dk1"/>
              </a:buClr>
              <a:buSzPts val="1500"/>
              <a:buFont typeface="Wingdings" panose="05000000000000000000" pitchFamily="2" charset="2"/>
              <a:buChar char="§"/>
            </a:pPr>
            <a:r>
              <a:rPr lang="en-ID" sz="1500" dirty="0" err="1">
                <a:solidFill>
                  <a:schemeClr val="dk1"/>
                </a:solidFill>
                <a:latin typeface="Raleway"/>
                <a:ea typeface="Raleway"/>
                <a:cs typeface="Raleway"/>
                <a:sym typeface="Raleway"/>
              </a:rPr>
              <a:t>Korelasi</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positif</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antara</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penjualan</a:t>
            </a:r>
            <a:r>
              <a:rPr lang="en-ID" sz="1500" dirty="0">
                <a:solidFill>
                  <a:schemeClr val="dk1"/>
                </a:solidFill>
                <a:latin typeface="Raleway"/>
                <a:ea typeface="Raleway"/>
                <a:cs typeface="Raleway"/>
                <a:sym typeface="Raleway"/>
              </a:rPr>
              <a:t> regional dan global </a:t>
            </a:r>
            <a:r>
              <a:rPr lang="en-ID" sz="1500" dirty="0" err="1">
                <a:solidFill>
                  <a:schemeClr val="dk1"/>
                </a:solidFill>
                <a:latin typeface="Raleway"/>
                <a:ea typeface="Raleway"/>
                <a:cs typeface="Raleway"/>
                <a:sym typeface="Raleway"/>
              </a:rPr>
              <a:t>menunjukkan</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pentingnya</a:t>
            </a:r>
            <a:r>
              <a:rPr lang="en-ID" sz="1500" dirty="0">
                <a:solidFill>
                  <a:schemeClr val="dk1"/>
                </a:solidFill>
                <a:latin typeface="Raleway"/>
                <a:ea typeface="Raleway"/>
                <a:cs typeface="Raleway"/>
                <a:sym typeface="Raleway"/>
              </a:rPr>
              <a:t> strategi </a:t>
            </a:r>
            <a:r>
              <a:rPr lang="en-ID" sz="1500" dirty="0" err="1">
                <a:solidFill>
                  <a:schemeClr val="dk1"/>
                </a:solidFill>
                <a:latin typeface="Raleway"/>
                <a:ea typeface="Raleway"/>
                <a:cs typeface="Raleway"/>
                <a:sym typeface="Raleway"/>
              </a:rPr>
              <a:t>peluncuran</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berbasis</a:t>
            </a:r>
            <a:r>
              <a:rPr lang="en-ID" sz="1500" dirty="0">
                <a:solidFill>
                  <a:schemeClr val="dk1"/>
                </a:solidFill>
                <a:latin typeface="Raleway"/>
                <a:ea typeface="Raleway"/>
                <a:cs typeface="Raleway"/>
                <a:sym typeface="Raleway"/>
              </a:rPr>
              <a:t> wilayah.</a:t>
            </a:r>
          </a:p>
          <a:p>
            <a:pPr marL="419100" lvl="0" indent="-285750" algn="l" rtl="0">
              <a:lnSpc>
                <a:spcPct val="115000"/>
              </a:lnSpc>
              <a:spcBef>
                <a:spcPts val="0"/>
              </a:spcBef>
              <a:spcAft>
                <a:spcPts val="0"/>
              </a:spcAft>
              <a:buClr>
                <a:schemeClr val="dk1"/>
              </a:buClr>
              <a:buSzPts val="1500"/>
              <a:buFont typeface="Wingdings" panose="05000000000000000000" pitchFamily="2" charset="2"/>
              <a:buChar char="§"/>
            </a:pPr>
            <a:r>
              <a:rPr lang="en-ID" sz="1500" dirty="0">
                <a:solidFill>
                  <a:schemeClr val="dk1"/>
                </a:solidFill>
                <a:latin typeface="Raleway"/>
                <a:ea typeface="Raleway"/>
                <a:cs typeface="Raleway"/>
                <a:sym typeface="Raleway"/>
              </a:rPr>
              <a:t>Dashboard </a:t>
            </a:r>
            <a:r>
              <a:rPr lang="en-ID" sz="1500" dirty="0" err="1">
                <a:solidFill>
                  <a:schemeClr val="dk1"/>
                </a:solidFill>
                <a:latin typeface="Raleway"/>
                <a:ea typeface="Raleway"/>
                <a:cs typeface="Raleway"/>
                <a:sym typeface="Raleway"/>
              </a:rPr>
              <a:t>interaktif</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mendukung</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eksplorasi</a:t>
            </a:r>
            <a:r>
              <a:rPr lang="en-ID" sz="1500" dirty="0">
                <a:solidFill>
                  <a:schemeClr val="dk1"/>
                </a:solidFill>
                <a:latin typeface="Raleway"/>
                <a:ea typeface="Raleway"/>
                <a:cs typeface="Raleway"/>
                <a:sym typeface="Raleway"/>
              </a:rPr>
              <a:t> insight dan </a:t>
            </a:r>
            <a:r>
              <a:rPr lang="en-ID" sz="1500" dirty="0" err="1">
                <a:solidFill>
                  <a:schemeClr val="dk1"/>
                </a:solidFill>
                <a:latin typeface="Raleway"/>
                <a:ea typeface="Raleway"/>
                <a:cs typeface="Raleway"/>
                <a:sym typeface="Raleway"/>
              </a:rPr>
              <a:t>pengambilan</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keputusan</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lintas</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fungsi</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secara</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lebih</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akurat</a:t>
            </a:r>
            <a:r>
              <a:rPr lang="en-ID" sz="1500" dirty="0">
                <a:solidFill>
                  <a:schemeClr val="dk1"/>
                </a:solidFill>
                <a:latin typeface="Raleway"/>
                <a:ea typeface="Raleway"/>
                <a:cs typeface="Raleway"/>
                <a:sym typeface="Raleway"/>
              </a:rPr>
              <a:t>.</a:t>
            </a:r>
          </a:p>
          <a:p>
            <a:pPr marL="419100" lvl="0" indent="-285750" algn="l" rtl="0">
              <a:lnSpc>
                <a:spcPct val="115000"/>
              </a:lnSpc>
              <a:spcBef>
                <a:spcPts val="0"/>
              </a:spcBef>
              <a:spcAft>
                <a:spcPts val="0"/>
              </a:spcAft>
              <a:buClr>
                <a:schemeClr val="dk1"/>
              </a:buClr>
              <a:buSzPts val="1500"/>
              <a:buFont typeface="Wingdings" panose="05000000000000000000" pitchFamily="2" charset="2"/>
              <a:buChar char="§"/>
            </a:pPr>
            <a:r>
              <a:rPr lang="en-ID" sz="1500" dirty="0" err="1">
                <a:solidFill>
                  <a:schemeClr val="dk1"/>
                </a:solidFill>
                <a:latin typeface="Raleway"/>
                <a:ea typeface="Raleway"/>
                <a:cs typeface="Raleway"/>
                <a:sym typeface="Raleway"/>
              </a:rPr>
              <a:t>Rekomendasi</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strategis</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fokus</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pengembangan</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produk</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peluncuran</a:t>
            </a:r>
            <a:r>
              <a:rPr lang="en-ID" sz="1500" dirty="0">
                <a:solidFill>
                  <a:schemeClr val="dk1"/>
                </a:solidFill>
                <a:latin typeface="Raleway"/>
                <a:ea typeface="Raleway"/>
                <a:cs typeface="Raleway"/>
                <a:sym typeface="Raleway"/>
              </a:rPr>
              <a:t> regional, </a:t>
            </a:r>
            <a:r>
              <a:rPr lang="en-ID" sz="1500" dirty="0" err="1">
                <a:solidFill>
                  <a:schemeClr val="dk1"/>
                </a:solidFill>
                <a:latin typeface="Raleway"/>
                <a:ea typeface="Raleway"/>
                <a:cs typeface="Raleway"/>
                <a:sym typeface="Raleway"/>
              </a:rPr>
              <a:t>promosi</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berbasis</a:t>
            </a:r>
            <a:r>
              <a:rPr lang="en-ID" sz="1500" dirty="0">
                <a:solidFill>
                  <a:schemeClr val="dk1"/>
                </a:solidFill>
                <a:latin typeface="Raleway"/>
                <a:ea typeface="Raleway"/>
                <a:cs typeface="Raleway"/>
                <a:sym typeface="Raleway"/>
              </a:rPr>
              <a:t> rating, dan </a:t>
            </a:r>
            <a:r>
              <a:rPr lang="en-ID" sz="1500" dirty="0" err="1">
                <a:solidFill>
                  <a:schemeClr val="dk1"/>
                </a:solidFill>
                <a:latin typeface="Raleway"/>
                <a:ea typeface="Raleway"/>
                <a:cs typeface="Raleway"/>
                <a:sym typeface="Raleway"/>
              </a:rPr>
              <a:t>pemantauan</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berkala</a:t>
            </a:r>
            <a:r>
              <a:rPr lang="en-ID" sz="1500" dirty="0">
                <a:solidFill>
                  <a:schemeClr val="dk1"/>
                </a:solidFill>
                <a:latin typeface="Raleway"/>
                <a:ea typeface="Raleway"/>
                <a:cs typeface="Raleway"/>
                <a:sym typeface="Raleway"/>
              </a:rPr>
              <a:t> </a:t>
            </a:r>
            <a:r>
              <a:rPr lang="en-ID" sz="1500" dirty="0" err="1">
                <a:solidFill>
                  <a:schemeClr val="dk1"/>
                </a:solidFill>
                <a:latin typeface="Raleway"/>
                <a:ea typeface="Raleway"/>
                <a:cs typeface="Raleway"/>
                <a:sym typeface="Raleway"/>
              </a:rPr>
              <a:t>melalui</a:t>
            </a:r>
            <a:r>
              <a:rPr lang="en-ID" sz="1500" dirty="0">
                <a:solidFill>
                  <a:schemeClr val="dk1"/>
                </a:solidFill>
                <a:latin typeface="Raleway"/>
                <a:ea typeface="Raleway"/>
                <a:cs typeface="Raleway"/>
                <a:sym typeface="Raleway"/>
              </a:rPr>
              <a:t> dashboard.</a:t>
            </a:r>
          </a:p>
        </p:txBody>
      </p:sp>
      <p:sp>
        <p:nvSpPr>
          <p:cNvPr id="608" name="Google Shape;608;p48"/>
          <p:cNvSpPr/>
          <p:nvPr/>
        </p:nvSpPr>
        <p:spPr>
          <a:xfrm>
            <a:off x="-138725" y="5599200"/>
            <a:ext cx="361800" cy="3618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48"/>
          <p:cNvSpPr/>
          <p:nvPr/>
        </p:nvSpPr>
        <p:spPr>
          <a:xfrm>
            <a:off x="7701100" y="421350"/>
            <a:ext cx="728889" cy="728889"/>
          </a:xfrm>
          <a:custGeom>
            <a:avLst/>
            <a:gdLst/>
            <a:ahLst/>
            <a:cxnLst/>
            <a:rect l="l" t="t" r="r" b="b"/>
            <a:pathLst>
              <a:path w="36743" h="36743" extrusionOk="0">
                <a:moveTo>
                  <a:pt x="9081" y="461"/>
                </a:moveTo>
                <a:lnTo>
                  <a:pt x="9081" y="9102"/>
                </a:lnTo>
                <a:lnTo>
                  <a:pt x="440" y="9102"/>
                </a:lnTo>
                <a:lnTo>
                  <a:pt x="440" y="461"/>
                </a:lnTo>
                <a:close/>
                <a:moveTo>
                  <a:pt x="9081" y="9541"/>
                </a:moveTo>
                <a:lnTo>
                  <a:pt x="9081" y="18183"/>
                </a:lnTo>
                <a:lnTo>
                  <a:pt x="440" y="18183"/>
                </a:lnTo>
                <a:lnTo>
                  <a:pt x="440" y="9541"/>
                </a:lnTo>
                <a:close/>
                <a:moveTo>
                  <a:pt x="18162" y="9541"/>
                </a:moveTo>
                <a:lnTo>
                  <a:pt x="18162" y="18183"/>
                </a:lnTo>
                <a:lnTo>
                  <a:pt x="9521" y="18183"/>
                </a:lnTo>
                <a:lnTo>
                  <a:pt x="9521" y="9541"/>
                </a:lnTo>
                <a:close/>
                <a:moveTo>
                  <a:pt x="9081" y="18622"/>
                </a:moveTo>
                <a:lnTo>
                  <a:pt x="9081" y="27243"/>
                </a:lnTo>
                <a:lnTo>
                  <a:pt x="440" y="27243"/>
                </a:lnTo>
                <a:lnTo>
                  <a:pt x="440" y="18622"/>
                </a:lnTo>
                <a:close/>
                <a:moveTo>
                  <a:pt x="18162" y="18622"/>
                </a:moveTo>
                <a:lnTo>
                  <a:pt x="18162" y="27243"/>
                </a:lnTo>
                <a:lnTo>
                  <a:pt x="9521" y="27243"/>
                </a:lnTo>
                <a:lnTo>
                  <a:pt x="9521" y="18622"/>
                </a:lnTo>
                <a:close/>
                <a:moveTo>
                  <a:pt x="27222" y="18622"/>
                </a:moveTo>
                <a:lnTo>
                  <a:pt x="27222" y="27243"/>
                </a:lnTo>
                <a:lnTo>
                  <a:pt x="18602" y="27243"/>
                </a:lnTo>
                <a:lnTo>
                  <a:pt x="18602" y="18622"/>
                </a:lnTo>
                <a:close/>
                <a:moveTo>
                  <a:pt x="9081" y="27661"/>
                </a:moveTo>
                <a:lnTo>
                  <a:pt x="9081" y="36303"/>
                </a:lnTo>
                <a:lnTo>
                  <a:pt x="440" y="36303"/>
                </a:lnTo>
                <a:lnTo>
                  <a:pt x="440" y="27661"/>
                </a:lnTo>
                <a:close/>
                <a:moveTo>
                  <a:pt x="18162" y="27661"/>
                </a:moveTo>
                <a:lnTo>
                  <a:pt x="18162" y="36303"/>
                </a:lnTo>
                <a:lnTo>
                  <a:pt x="9521" y="36303"/>
                </a:lnTo>
                <a:lnTo>
                  <a:pt x="9521" y="27661"/>
                </a:lnTo>
                <a:close/>
                <a:moveTo>
                  <a:pt x="27222" y="27661"/>
                </a:moveTo>
                <a:lnTo>
                  <a:pt x="27222" y="36303"/>
                </a:lnTo>
                <a:lnTo>
                  <a:pt x="18602" y="36303"/>
                </a:lnTo>
                <a:lnTo>
                  <a:pt x="18602" y="27661"/>
                </a:lnTo>
                <a:close/>
                <a:moveTo>
                  <a:pt x="36303" y="27661"/>
                </a:moveTo>
                <a:lnTo>
                  <a:pt x="36303" y="36303"/>
                </a:lnTo>
                <a:lnTo>
                  <a:pt x="27661" y="36303"/>
                </a:lnTo>
                <a:lnTo>
                  <a:pt x="27661" y="27661"/>
                </a:lnTo>
                <a:close/>
                <a:moveTo>
                  <a:pt x="1" y="0"/>
                </a:moveTo>
                <a:lnTo>
                  <a:pt x="1" y="9060"/>
                </a:lnTo>
                <a:lnTo>
                  <a:pt x="1" y="9520"/>
                </a:lnTo>
                <a:lnTo>
                  <a:pt x="1" y="18141"/>
                </a:lnTo>
                <a:lnTo>
                  <a:pt x="1" y="18601"/>
                </a:lnTo>
                <a:lnTo>
                  <a:pt x="1" y="27222"/>
                </a:lnTo>
                <a:lnTo>
                  <a:pt x="1" y="27661"/>
                </a:lnTo>
                <a:lnTo>
                  <a:pt x="1" y="36742"/>
                </a:lnTo>
                <a:lnTo>
                  <a:pt x="36742" y="36742"/>
                </a:lnTo>
                <a:lnTo>
                  <a:pt x="36742" y="27222"/>
                </a:lnTo>
                <a:lnTo>
                  <a:pt x="27661" y="27222"/>
                </a:lnTo>
                <a:lnTo>
                  <a:pt x="27661" y="18141"/>
                </a:lnTo>
                <a:lnTo>
                  <a:pt x="18602" y="18141"/>
                </a:lnTo>
                <a:lnTo>
                  <a:pt x="18602" y="9060"/>
                </a:lnTo>
                <a:lnTo>
                  <a:pt x="9521" y="9060"/>
                </a:lnTo>
                <a:lnTo>
                  <a:pt x="9521" y="0"/>
                </a:lnTo>
                <a:close/>
              </a:path>
            </a:pathLst>
          </a:cu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0" name="Google Shape;610;p48"/>
          <p:cNvGrpSpPr/>
          <p:nvPr/>
        </p:nvGrpSpPr>
        <p:grpSpPr>
          <a:xfrm>
            <a:off x="-570609" y="4604639"/>
            <a:ext cx="431895" cy="1356369"/>
            <a:chOff x="6385425" y="1587603"/>
            <a:chExt cx="763200" cy="2396836"/>
          </a:xfrm>
        </p:grpSpPr>
        <p:sp>
          <p:nvSpPr>
            <p:cNvPr id="611" name="Google Shape;611;p48"/>
            <p:cNvSpPr/>
            <p:nvPr/>
          </p:nvSpPr>
          <p:spPr>
            <a:xfrm rot="2700000">
              <a:off x="6497193" y="169937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48"/>
            <p:cNvSpPr/>
            <p:nvPr/>
          </p:nvSpPr>
          <p:spPr>
            <a:xfrm rot="2700000">
              <a:off x="6497193" y="251618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48"/>
            <p:cNvSpPr/>
            <p:nvPr/>
          </p:nvSpPr>
          <p:spPr>
            <a:xfrm rot="2700000">
              <a:off x="6497193" y="3333007"/>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49"/>
          <p:cNvSpPr txBox="1">
            <a:spLocks noGrp="1"/>
          </p:cNvSpPr>
          <p:nvPr>
            <p:ph type="title"/>
          </p:nvPr>
        </p:nvSpPr>
        <p:spPr>
          <a:xfrm>
            <a:off x="1725150" y="1409550"/>
            <a:ext cx="5693700" cy="2324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TERIMA </a:t>
            </a:r>
            <a:r>
              <a:rPr lang="en" b="0">
                <a:solidFill>
                  <a:schemeClr val="accent2"/>
                </a:solidFill>
                <a:highlight>
                  <a:schemeClr val="lt2"/>
                </a:highlight>
              </a:rPr>
              <a:t>KASIH</a:t>
            </a:r>
            <a:endParaRPr b="0">
              <a:solidFill>
                <a:schemeClr val="accent2"/>
              </a:solidFill>
              <a:highlight>
                <a:schemeClr val="lt2"/>
              </a:highlight>
            </a:endParaRPr>
          </a:p>
        </p:txBody>
      </p:sp>
      <p:sp>
        <p:nvSpPr>
          <p:cNvPr id="619" name="Google Shape;619;p49"/>
          <p:cNvSpPr/>
          <p:nvPr/>
        </p:nvSpPr>
        <p:spPr>
          <a:xfrm>
            <a:off x="-199650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49"/>
          <p:cNvSpPr/>
          <p:nvPr/>
        </p:nvSpPr>
        <p:spPr>
          <a:xfrm>
            <a:off x="643600" y="1015650"/>
            <a:ext cx="1480631" cy="2488597"/>
          </a:xfrm>
          <a:custGeom>
            <a:avLst/>
            <a:gdLst/>
            <a:ahLst/>
            <a:cxnLst/>
            <a:rect l="l" t="t" r="r" b="b"/>
            <a:pathLst>
              <a:path w="23143" h="38898" extrusionOk="0">
                <a:moveTo>
                  <a:pt x="19020" y="1"/>
                </a:moveTo>
                <a:lnTo>
                  <a:pt x="1" y="38898"/>
                </a:lnTo>
                <a:lnTo>
                  <a:pt x="4123" y="38898"/>
                </a:lnTo>
                <a:lnTo>
                  <a:pt x="2314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49"/>
          <p:cNvSpPr/>
          <p:nvPr/>
        </p:nvSpPr>
        <p:spPr>
          <a:xfrm>
            <a:off x="6708150" y="-11"/>
            <a:ext cx="4501224" cy="5143511"/>
          </a:xfrm>
          <a:custGeom>
            <a:avLst/>
            <a:gdLst/>
            <a:ahLst/>
            <a:cxnLst/>
            <a:rect l="l" t="t" r="r" b="b"/>
            <a:pathLst>
              <a:path w="37977" h="43396" extrusionOk="0">
                <a:moveTo>
                  <a:pt x="21029" y="0"/>
                </a:moveTo>
                <a:lnTo>
                  <a:pt x="1" y="43396"/>
                </a:lnTo>
                <a:lnTo>
                  <a:pt x="16635" y="43396"/>
                </a:lnTo>
                <a:lnTo>
                  <a:pt x="28791" y="18664"/>
                </a:lnTo>
                <a:lnTo>
                  <a:pt x="37977" y="42"/>
                </a:lnTo>
                <a:lnTo>
                  <a:pt x="379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9"/>
          <p:cNvSpPr/>
          <p:nvPr/>
        </p:nvSpPr>
        <p:spPr>
          <a:xfrm>
            <a:off x="8322100" y="369274"/>
            <a:ext cx="1026313" cy="1014573"/>
          </a:xfrm>
          <a:custGeom>
            <a:avLst/>
            <a:gdLst/>
            <a:ahLst/>
            <a:cxnLst/>
            <a:rect l="l" t="t" r="r" b="b"/>
            <a:pathLst>
              <a:path w="20109" h="19878" extrusionOk="0">
                <a:moveTo>
                  <a:pt x="9709" y="0"/>
                </a:moveTo>
                <a:lnTo>
                  <a:pt x="1" y="19878"/>
                </a:lnTo>
                <a:lnTo>
                  <a:pt x="10421" y="19878"/>
                </a:lnTo>
                <a:lnTo>
                  <a:pt x="14313" y="11864"/>
                </a:lnTo>
                <a:lnTo>
                  <a:pt x="20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3" name="Google Shape;623;p49"/>
          <p:cNvGrpSpPr/>
          <p:nvPr/>
        </p:nvGrpSpPr>
        <p:grpSpPr>
          <a:xfrm>
            <a:off x="6158950" y="4315780"/>
            <a:ext cx="1071088" cy="287127"/>
            <a:chOff x="7243375" y="540647"/>
            <a:chExt cx="889977" cy="238576"/>
          </a:xfrm>
        </p:grpSpPr>
        <p:sp>
          <p:nvSpPr>
            <p:cNvPr id="624" name="Google Shape;624;p49"/>
            <p:cNvSpPr/>
            <p:nvPr/>
          </p:nvSpPr>
          <p:spPr>
            <a:xfrm>
              <a:off x="7243375"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49"/>
            <p:cNvSpPr/>
            <p:nvPr/>
          </p:nvSpPr>
          <p:spPr>
            <a:xfrm>
              <a:off x="7446413"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6" y="3244"/>
                    <a:pt x="4186" y="2093"/>
                  </a:cubicBezTo>
                  <a:cubicBezTo>
                    <a:pt x="4186" y="942"/>
                    <a:pt x="3244" y="1"/>
                    <a:pt x="20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49"/>
            <p:cNvSpPr/>
            <p:nvPr/>
          </p:nvSpPr>
          <p:spPr>
            <a:xfrm>
              <a:off x="7648670" y="540647"/>
              <a:ext cx="79787" cy="79806"/>
            </a:xfrm>
            <a:custGeom>
              <a:avLst/>
              <a:gdLst/>
              <a:ahLst/>
              <a:cxnLst/>
              <a:rect l="l" t="t" r="r" b="b"/>
              <a:pathLst>
                <a:path w="4185" h="4186" extrusionOk="0">
                  <a:moveTo>
                    <a:pt x="2092" y="1"/>
                  </a:moveTo>
                  <a:cubicBezTo>
                    <a:pt x="942" y="1"/>
                    <a:pt x="0" y="942"/>
                    <a:pt x="0" y="2093"/>
                  </a:cubicBezTo>
                  <a:cubicBezTo>
                    <a:pt x="0" y="3244"/>
                    <a:pt x="942" y="4185"/>
                    <a:pt x="2092" y="4185"/>
                  </a:cubicBezTo>
                  <a:cubicBezTo>
                    <a:pt x="3243" y="4185"/>
                    <a:pt x="4185" y="3244"/>
                    <a:pt x="4185" y="2093"/>
                  </a:cubicBezTo>
                  <a:cubicBezTo>
                    <a:pt x="4185" y="942"/>
                    <a:pt x="3243" y="1"/>
                    <a:pt x="20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49"/>
            <p:cNvSpPr/>
            <p:nvPr/>
          </p:nvSpPr>
          <p:spPr>
            <a:xfrm>
              <a:off x="7851308" y="540647"/>
              <a:ext cx="79787" cy="79806"/>
            </a:xfrm>
            <a:custGeom>
              <a:avLst/>
              <a:gdLst/>
              <a:ahLst/>
              <a:cxnLst/>
              <a:rect l="l" t="t" r="r" b="b"/>
              <a:pathLst>
                <a:path w="4185" h="4186" extrusionOk="0">
                  <a:moveTo>
                    <a:pt x="2093" y="1"/>
                  </a:moveTo>
                  <a:cubicBezTo>
                    <a:pt x="942" y="1"/>
                    <a:pt x="0" y="942"/>
                    <a:pt x="0" y="2093"/>
                  </a:cubicBezTo>
                  <a:cubicBezTo>
                    <a:pt x="0" y="3244"/>
                    <a:pt x="942" y="4185"/>
                    <a:pt x="2093" y="4185"/>
                  </a:cubicBezTo>
                  <a:cubicBezTo>
                    <a:pt x="3243" y="4185"/>
                    <a:pt x="4185" y="3244"/>
                    <a:pt x="4185" y="2093"/>
                  </a:cubicBezTo>
                  <a:cubicBezTo>
                    <a:pt x="4185" y="942"/>
                    <a:pt x="3243" y="1"/>
                    <a:pt x="20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49"/>
            <p:cNvSpPr/>
            <p:nvPr/>
          </p:nvSpPr>
          <p:spPr>
            <a:xfrm>
              <a:off x="8053546" y="540647"/>
              <a:ext cx="79806" cy="79806"/>
            </a:xfrm>
            <a:custGeom>
              <a:avLst/>
              <a:gdLst/>
              <a:ahLst/>
              <a:cxnLst/>
              <a:rect l="l" t="t" r="r" b="b"/>
              <a:pathLst>
                <a:path w="4186" h="4186" extrusionOk="0">
                  <a:moveTo>
                    <a:pt x="2093" y="1"/>
                  </a:moveTo>
                  <a:cubicBezTo>
                    <a:pt x="942" y="1"/>
                    <a:pt x="1" y="942"/>
                    <a:pt x="1" y="2093"/>
                  </a:cubicBezTo>
                  <a:cubicBezTo>
                    <a:pt x="1" y="3244"/>
                    <a:pt x="942" y="4185"/>
                    <a:pt x="2093" y="4185"/>
                  </a:cubicBezTo>
                  <a:cubicBezTo>
                    <a:pt x="3244" y="4185"/>
                    <a:pt x="4185" y="3244"/>
                    <a:pt x="4185" y="2093"/>
                  </a:cubicBezTo>
                  <a:cubicBezTo>
                    <a:pt x="4185" y="942"/>
                    <a:pt x="3244" y="1"/>
                    <a:pt x="20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49"/>
            <p:cNvSpPr/>
            <p:nvPr/>
          </p:nvSpPr>
          <p:spPr>
            <a:xfrm>
              <a:off x="7243375"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49"/>
            <p:cNvSpPr/>
            <p:nvPr/>
          </p:nvSpPr>
          <p:spPr>
            <a:xfrm>
              <a:off x="7446413"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6" y="3244"/>
                    <a:pt x="4186" y="2093"/>
                  </a:cubicBezTo>
                  <a:cubicBezTo>
                    <a:pt x="4186"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49"/>
            <p:cNvSpPr/>
            <p:nvPr/>
          </p:nvSpPr>
          <p:spPr>
            <a:xfrm>
              <a:off x="7648670" y="699417"/>
              <a:ext cx="79787" cy="79806"/>
            </a:xfrm>
            <a:custGeom>
              <a:avLst/>
              <a:gdLst/>
              <a:ahLst/>
              <a:cxnLst/>
              <a:rect l="l" t="t" r="r" b="b"/>
              <a:pathLst>
                <a:path w="4185" h="4186" extrusionOk="0">
                  <a:moveTo>
                    <a:pt x="2092" y="0"/>
                  </a:moveTo>
                  <a:cubicBezTo>
                    <a:pt x="942" y="0"/>
                    <a:pt x="0" y="942"/>
                    <a:pt x="0" y="2093"/>
                  </a:cubicBezTo>
                  <a:cubicBezTo>
                    <a:pt x="0" y="3244"/>
                    <a:pt x="942" y="4185"/>
                    <a:pt x="2092" y="4185"/>
                  </a:cubicBezTo>
                  <a:cubicBezTo>
                    <a:pt x="3243" y="4185"/>
                    <a:pt x="4185" y="3244"/>
                    <a:pt x="4185" y="2093"/>
                  </a:cubicBezTo>
                  <a:cubicBezTo>
                    <a:pt x="4185" y="942"/>
                    <a:pt x="3243" y="0"/>
                    <a:pt x="209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49"/>
            <p:cNvSpPr/>
            <p:nvPr/>
          </p:nvSpPr>
          <p:spPr>
            <a:xfrm>
              <a:off x="7851308" y="699417"/>
              <a:ext cx="79787" cy="79806"/>
            </a:xfrm>
            <a:custGeom>
              <a:avLst/>
              <a:gdLst/>
              <a:ahLst/>
              <a:cxnLst/>
              <a:rect l="l" t="t" r="r" b="b"/>
              <a:pathLst>
                <a:path w="4185" h="4186" extrusionOk="0">
                  <a:moveTo>
                    <a:pt x="2093" y="0"/>
                  </a:moveTo>
                  <a:cubicBezTo>
                    <a:pt x="942" y="0"/>
                    <a:pt x="0" y="942"/>
                    <a:pt x="0" y="2093"/>
                  </a:cubicBezTo>
                  <a:cubicBezTo>
                    <a:pt x="0" y="3244"/>
                    <a:pt x="942" y="4185"/>
                    <a:pt x="2093" y="4185"/>
                  </a:cubicBezTo>
                  <a:cubicBezTo>
                    <a:pt x="3243" y="4185"/>
                    <a:pt x="4185" y="3244"/>
                    <a:pt x="4185" y="2093"/>
                  </a:cubicBezTo>
                  <a:cubicBezTo>
                    <a:pt x="4185" y="942"/>
                    <a:pt x="3243"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49"/>
            <p:cNvSpPr/>
            <p:nvPr/>
          </p:nvSpPr>
          <p:spPr>
            <a:xfrm>
              <a:off x="8053546" y="699417"/>
              <a:ext cx="79806" cy="79806"/>
            </a:xfrm>
            <a:custGeom>
              <a:avLst/>
              <a:gdLst/>
              <a:ahLst/>
              <a:cxnLst/>
              <a:rect l="l" t="t" r="r" b="b"/>
              <a:pathLst>
                <a:path w="4186" h="4186" extrusionOk="0">
                  <a:moveTo>
                    <a:pt x="2093" y="0"/>
                  </a:moveTo>
                  <a:cubicBezTo>
                    <a:pt x="942" y="0"/>
                    <a:pt x="1" y="942"/>
                    <a:pt x="1" y="2093"/>
                  </a:cubicBezTo>
                  <a:cubicBezTo>
                    <a:pt x="1" y="3244"/>
                    <a:pt x="942" y="4185"/>
                    <a:pt x="2093" y="4185"/>
                  </a:cubicBezTo>
                  <a:cubicBezTo>
                    <a:pt x="3244" y="4185"/>
                    <a:pt x="4185" y="3244"/>
                    <a:pt x="4185" y="2093"/>
                  </a:cubicBezTo>
                  <a:cubicBezTo>
                    <a:pt x="4185" y="942"/>
                    <a:pt x="3244" y="0"/>
                    <a:pt x="20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4" name="Google Shape;634;p49"/>
          <p:cNvSpPr/>
          <p:nvPr/>
        </p:nvSpPr>
        <p:spPr>
          <a:xfrm>
            <a:off x="1019463" y="3874000"/>
            <a:ext cx="728889" cy="728889"/>
          </a:xfrm>
          <a:custGeom>
            <a:avLst/>
            <a:gdLst/>
            <a:ahLst/>
            <a:cxnLst/>
            <a:rect l="l" t="t" r="r" b="b"/>
            <a:pathLst>
              <a:path w="36743" h="36743" extrusionOk="0">
                <a:moveTo>
                  <a:pt x="9081" y="461"/>
                </a:moveTo>
                <a:lnTo>
                  <a:pt x="9081" y="9102"/>
                </a:lnTo>
                <a:lnTo>
                  <a:pt x="440" y="9102"/>
                </a:lnTo>
                <a:lnTo>
                  <a:pt x="440" y="461"/>
                </a:lnTo>
                <a:close/>
                <a:moveTo>
                  <a:pt x="9081" y="9541"/>
                </a:moveTo>
                <a:lnTo>
                  <a:pt x="9081" y="18183"/>
                </a:lnTo>
                <a:lnTo>
                  <a:pt x="440" y="18183"/>
                </a:lnTo>
                <a:lnTo>
                  <a:pt x="440" y="9541"/>
                </a:lnTo>
                <a:close/>
                <a:moveTo>
                  <a:pt x="18162" y="9541"/>
                </a:moveTo>
                <a:lnTo>
                  <a:pt x="18162" y="18183"/>
                </a:lnTo>
                <a:lnTo>
                  <a:pt x="9521" y="18183"/>
                </a:lnTo>
                <a:lnTo>
                  <a:pt x="9521" y="9541"/>
                </a:lnTo>
                <a:close/>
                <a:moveTo>
                  <a:pt x="9081" y="18622"/>
                </a:moveTo>
                <a:lnTo>
                  <a:pt x="9081" y="27243"/>
                </a:lnTo>
                <a:lnTo>
                  <a:pt x="440" y="27243"/>
                </a:lnTo>
                <a:lnTo>
                  <a:pt x="440" y="18622"/>
                </a:lnTo>
                <a:close/>
                <a:moveTo>
                  <a:pt x="18162" y="18622"/>
                </a:moveTo>
                <a:lnTo>
                  <a:pt x="18162" y="27243"/>
                </a:lnTo>
                <a:lnTo>
                  <a:pt x="9521" y="27243"/>
                </a:lnTo>
                <a:lnTo>
                  <a:pt x="9521" y="18622"/>
                </a:lnTo>
                <a:close/>
                <a:moveTo>
                  <a:pt x="27222" y="18622"/>
                </a:moveTo>
                <a:lnTo>
                  <a:pt x="27222" y="27243"/>
                </a:lnTo>
                <a:lnTo>
                  <a:pt x="18602" y="27243"/>
                </a:lnTo>
                <a:lnTo>
                  <a:pt x="18602" y="18622"/>
                </a:lnTo>
                <a:close/>
                <a:moveTo>
                  <a:pt x="9081" y="27661"/>
                </a:moveTo>
                <a:lnTo>
                  <a:pt x="9081" y="36303"/>
                </a:lnTo>
                <a:lnTo>
                  <a:pt x="440" y="36303"/>
                </a:lnTo>
                <a:lnTo>
                  <a:pt x="440" y="27661"/>
                </a:lnTo>
                <a:close/>
                <a:moveTo>
                  <a:pt x="18162" y="27661"/>
                </a:moveTo>
                <a:lnTo>
                  <a:pt x="18162" y="36303"/>
                </a:lnTo>
                <a:lnTo>
                  <a:pt x="9521" y="36303"/>
                </a:lnTo>
                <a:lnTo>
                  <a:pt x="9521" y="27661"/>
                </a:lnTo>
                <a:close/>
                <a:moveTo>
                  <a:pt x="27222" y="27661"/>
                </a:moveTo>
                <a:lnTo>
                  <a:pt x="27222" y="36303"/>
                </a:lnTo>
                <a:lnTo>
                  <a:pt x="18602" y="36303"/>
                </a:lnTo>
                <a:lnTo>
                  <a:pt x="18602" y="27661"/>
                </a:lnTo>
                <a:close/>
                <a:moveTo>
                  <a:pt x="36303" y="27661"/>
                </a:moveTo>
                <a:lnTo>
                  <a:pt x="36303" y="36303"/>
                </a:lnTo>
                <a:lnTo>
                  <a:pt x="27661" y="36303"/>
                </a:lnTo>
                <a:lnTo>
                  <a:pt x="27661" y="27661"/>
                </a:lnTo>
                <a:close/>
                <a:moveTo>
                  <a:pt x="1" y="0"/>
                </a:moveTo>
                <a:lnTo>
                  <a:pt x="1" y="9060"/>
                </a:lnTo>
                <a:lnTo>
                  <a:pt x="1" y="9520"/>
                </a:lnTo>
                <a:lnTo>
                  <a:pt x="1" y="18141"/>
                </a:lnTo>
                <a:lnTo>
                  <a:pt x="1" y="18601"/>
                </a:lnTo>
                <a:lnTo>
                  <a:pt x="1" y="27222"/>
                </a:lnTo>
                <a:lnTo>
                  <a:pt x="1" y="27661"/>
                </a:lnTo>
                <a:lnTo>
                  <a:pt x="1" y="36742"/>
                </a:lnTo>
                <a:lnTo>
                  <a:pt x="36742" y="36742"/>
                </a:lnTo>
                <a:lnTo>
                  <a:pt x="36742" y="27222"/>
                </a:lnTo>
                <a:lnTo>
                  <a:pt x="27661" y="27222"/>
                </a:lnTo>
                <a:lnTo>
                  <a:pt x="27661" y="18141"/>
                </a:lnTo>
                <a:lnTo>
                  <a:pt x="18602" y="18141"/>
                </a:lnTo>
                <a:lnTo>
                  <a:pt x="18602" y="9060"/>
                </a:lnTo>
                <a:lnTo>
                  <a:pt x="9521" y="9060"/>
                </a:lnTo>
                <a:lnTo>
                  <a:pt x="9521" y="0"/>
                </a:lnTo>
                <a:close/>
              </a:path>
            </a:pathLst>
          </a:cu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 name="Google Shape;635;p49"/>
          <p:cNvGrpSpPr/>
          <p:nvPr/>
        </p:nvGrpSpPr>
        <p:grpSpPr>
          <a:xfrm rot="-5400000">
            <a:off x="202190" y="78404"/>
            <a:ext cx="431895" cy="1356369"/>
            <a:chOff x="6385425" y="1587603"/>
            <a:chExt cx="763200" cy="2396836"/>
          </a:xfrm>
        </p:grpSpPr>
        <p:sp>
          <p:nvSpPr>
            <p:cNvPr id="636" name="Google Shape;636;p49"/>
            <p:cNvSpPr/>
            <p:nvPr/>
          </p:nvSpPr>
          <p:spPr>
            <a:xfrm rot="2700000">
              <a:off x="6497193" y="169937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49"/>
            <p:cNvSpPr/>
            <p:nvPr/>
          </p:nvSpPr>
          <p:spPr>
            <a:xfrm rot="2700000">
              <a:off x="6497193" y="2516182"/>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49"/>
            <p:cNvSpPr/>
            <p:nvPr/>
          </p:nvSpPr>
          <p:spPr>
            <a:xfrm rot="2700000">
              <a:off x="6497193" y="3333007"/>
              <a:ext cx="539664" cy="539664"/>
            </a:xfrm>
            <a:prstGeom prst="plus">
              <a:avLst>
                <a:gd name="adj" fmla="val 31291"/>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9" name="Google Shape;639;p49"/>
          <p:cNvSpPr/>
          <p:nvPr/>
        </p:nvSpPr>
        <p:spPr>
          <a:xfrm rot="-756625">
            <a:off x="5653846" y="460726"/>
            <a:ext cx="614100" cy="515536"/>
          </a:xfrm>
          <a:custGeom>
            <a:avLst/>
            <a:gdLst/>
            <a:ahLst/>
            <a:cxnLst/>
            <a:rect l="l" t="t" r="r" b="b"/>
            <a:pathLst>
              <a:path w="35445" h="29756" extrusionOk="0">
                <a:moveTo>
                  <a:pt x="25677" y="1"/>
                </a:moveTo>
                <a:cubicBezTo>
                  <a:pt x="24652" y="1"/>
                  <a:pt x="23615" y="301"/>
                  <a:pt x="22702" y="925"/>
                </a:cubicBezTo>
                <a:cubicBezTo>
                  <a:pt x="20317" y="2536"/>
                  <a:pt x="19752" y="5779"/>
                  <a:pt x="21363" y="8164"/>
                </a:cubicBezTo>
                <a:cubicBezTo>
                  <a:pt x="23623" y="11408"/>
                  <a:pt x="22807" y="15843"/>
                  <a:pt x="19564" y="18082"/>
                </a:cubicBezTo>
                <a:cubicBezTo>
                  <a:pt x="18331" y="18933"/>
                  <a:pt x="16926" y="19340"/>
                  <a:pt x="15535" y="19340"/>
                </a:cubicBezTo>
                <a:cubicBezTo>
                  <a:pt x="13269" y="19340"/>
                  <a:pt x="11042" y="18259"/>
                  <a:pt x="9667" y="16262"/>
                </a:cubicBezTo>
                <a:cubicBezTo>
                  <a:pt x="8658" y="14801"/>
                  <a:pt x="7026" y="14011"/>
                  <a:pt x="5368" y="14011"/>
                </a:cubicBezTo>
                <a:cubicBezTo>
                  <a:pt x="4344" y="14011"/>
                  <a:pt x="3310" y="14312"/>
                  <a:pt x="2407" y="14944"/>
                </a:cubicBezTo>
                <a:cubicBezTo>
                  <a:pt x="1214" y="15739"/>
                  <a:pt x="482" y="16973"/>
                  <a:pt x="251" y="18291"/>
                </a:cubicBezTo>
                <a:cubicBezTo>
                  <a:pt x="0" y="19589"/>
                  <a:pt x="272" y="21011"/>
                  <a:pt x="1088" y="22183"/>
                </a:cubicBezTo>
                <a:cubicBezTo>
                  <a:pt x="4479" y="27115"/>
                  <a:pt x="9968" y="29756"/>
                  <a:pt x="15544" y="29756"/>
                </a:cubicBezTo>
                <a:cubicBezTo>
                  <a:pt x="18982" y="29756"/>
                  <a:pt x="22453" y="28752"/>
                  <a:pt x="25485" y="26661"/>
                </a:cubicBezTo>
                <a:cubicBezTo>
                  <a:pt x="33457" y="21158"/>
                  <a:pt x="35445" y="10194"/>
                  <a:pt x="29963" y="2243"/>
                </a:cubicBezTo>
                <a:cubicBezTo>
                  <a:pt x="28955" y="783"/>
                  <a:pt x="27332" y="1"/>
                  <a:pt x="256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49"/>
          <p:cNvSpPr/>
          <p:nvPr/>
        </p:nvSpPr>
        <p:spPr>
          <a:xfrm rot="-756625">
            <a:off x="5730046" y="536926"/>
            <a:ext cx="614100" cy="515536"/>
          </a:xfrm>
          <a:custGeom>
            <a:avLst/>
            <a:gdLst/>
            <a:ahLst/>
            <a:cxnLst/>
            <a:rect l="l" t="t" r="r" b="b"/>
            <a:pathLst>
              <a:path w="35445" h="29756" extrusionOk="0">
                <a:moveTo>
                  <a:pt x="25677" y="1"/>
                </a:moveTo>
                <a:cubicBezTo>
                  <a:pt x="24652" y="1"/>
                  <a:pt x="23615" y="301"/>
                  <a:pt x="22702" y="925"/>
                </a:cubicBezTo>
                <a:cubicBezTo>
                  <a:pt x="20317" y="2536"/>
                  <a:pt x="19752" y="5779"/>
                  <a:pt x="21363" y="8164"/>
                </a:cubicBezTo>
                <a:cubicBezTo>
                  <a:pt x="23623" y="11408"/>
                  <a:pt x="22807" y="15843"/>
                  <a:pt x="19564" y="18082"/>
                </a:cubicBezTo>
                <a:cubicBezTo>
                  <a:pt x="18331" y="18933"/>
                  <a:pt x="16926" y="19340"/>
                  <a:pt x="15535" y="19340"/>
                </a:cubicBezTo>
                <a:cubicBezTo>
                  <a:pt x="13269" y="19340"/>
                  <a:pt x="11042" y="18259"/>
                  <a:pt x="9667" y="16262"/>
                </a:cubicBezTo>
                <a:cubicBezTo>
                  <a:pt x="8658" y="14801"/>
                  <a:pt x="7026" y="14011"/>
                  <a:pt x="5368" y="14011"/>
                </a:cubicBezTo>
                <a:cubicBezTo>
                  <a:pt x="4344" y="14011"/>
                  <a:pt x="3310" y="14312"/>
                  <a:pt x="2407" y="14944"/>
                </a:cubicBezTo>
                <a:cubicBezTo>
                  <a:pt x="1214" y="15739"/>
                  <a:pt x="482" y="16973"/>
                  <a:pt x="251" y="18291"/>
                </a:cubicBezTo>
                <a:cubicBezTo>
                  <a:pt x="0" y="19589"/>
                  <a:pt x="272" y="21011"/>
                  <a:pt x="1088" y="22183"/>
                </a:cubicBezTo>
                <a:cubicBezTo>
                  <a:pt x="4479" y="27115"/>
                  <a:pt x="9968" y="29756"/>
                  <a:pt x="15544" y="29756"/>
                </a:cubicBezTo>
                <a:cubicBezTo>
                  <a:pt x="18982" y="29756"/>
                  <a:pt x="22453" y="28752"/>
                  <a:pt x="25485" y="26661"/>
                </a:cubicBezTo>
                <a:cubicBezTo>
                  <a:pt x="33457" y="21158"/>
                  <a:pt x="35445" y="10194"/>
                  <a:pt x="29963" y="2243"/>
                </a:cubicBezTo>
                <a:cubicBezTo>
                  <a:pt x="28955" y="783"/>
                  <a:pt x="27332" y="1"/>
                  <a:pt x="25677" y="1"/>
                </a:cubicBezTo>
                <a:close/>
              </a:path>
            </a:pathLst>
          </a:custGeom>
          <a:no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theme/theme1.xml><?xml version="1.0" encoding="utf-8"?>
<a:theme xmlns:a="http://schemas.openxmlformats.org/drawingml/2006/main" name="Workplace Satisfaction Survey by Slidesgo">
  <a:themeElements>
    <a:clrScheme name="Simple Light">
      <a:dk1>
        <a:srgbClr val="000000"/>
      </a:dk1>
      <a:lt1>
        <a:srgbClr val="FFFFFF"/>
      </a:lt1>
      <a:dk2>
        <a:srgbClr val="1E2942"/>
      </a:dk2>
      <a:lt2>
        <a:srgbClr val="283656"/>
      </a:lt2>
      <a:accent1>
        <a:srgbClr val="3F578F"/>
      </a:accent1>
      <a:accent2>
        <a:srgbClr val="FF9500"/>
      </a:accent2>
      <a:accent3>
        <a:srgbClr val="F6E8D3"/>
      </a:accent3>
      <a:accent4>
        <a:srgbClr val="FFFFFF"/>
      </a:accent4>
      <a:accent5>
        <a:srgbClr val="FFFFFF"/>
      </a:accent5>
      <a:accent6>
        <a:srgbClr val="FFFFFF"/>
      </a:accent6>
      <a:hlink>
        <a:srgbClr val="28365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768</Words>
  <Application>Microsoft Office PowerPoint</Application>
  <PresentationFormat>Peragaan Layar (16:9)</PresentationFormat>
  <Paragraphs>72</Paragraphs>
  <Slides>15</Slides>
  <Notes>15</Notes>
  <HiddenSlides>0</HiddenSlides>
  <MMClips>0</MMClips>
  <ScaleCrop>false</ScaleCrop>
  <HeadingPairs>
    <vt:vector size="6" baseType="variant">
      <vt:variant>
        <vt:lpstr>Font Dipakai</vt:lpstr>
      </vt:variant>
      <vt:variant>
        <vt:i4>7</vt:i4>
      </vt:variant>
      <vt:variant>
        <vt:lpstr>Tema</vt:lpstr>
      </vt:variant>
      <vt:variant>
        <vt:i4>1</vt:i4>
      </vt:variant>
      <vt:variant>
        <vt:lpstr>Judul Slide</vt:lpstr>
      </vt:variant>
      <vt:variant>
        <vt:i4>15</vt:i4>
      </vt:variant>
    </vt:vector>
  </HeadingPairs>
  <TitlesOfParts>
    <vt:vector size="23" baseType="lpstr">
      <vt:lpstr>Raleway</vt:lpstr>
      <vt:lpstr>Wingdings</vt:lpstr>
      <vt:lpstr>Raleway SemiBold</vt:lpstr>
      <vt:lpstr>Lato</vt:lpstr>
      <vt:lpstr>Arial</vt:lpstr>
      <vt:lpstr>Raleway Black</vt:lpstr>
      <vt:lpstr>Raleway ExtraBold</vt:lpstr>
      <vt:lpstr>Workplace Satisfaction Survey by Slidesgo</vt:lpstr>
      <vt:lpstr>Analisis Deskriptif Genre Video Game Berdasarkan Penjualan Global, Regional, Dan Kategori Rating</vt:lpstr>
      <vt:lpstr>Anggota kelompok</vt:lpstr>
      <vt:lpstr>Outlines</vt:lpstr>
      <vt:lpstr>Latar Belakang</vt:lpstr>
      <vt:lpstr>1. Menentukan genre prioritas yang memiliki potensi pasar tertinggi untuk  pengembangan produk. 2. Menyusun strategi peluncuran yang mempertimbangkan kekuatan dan  karakteristik pasar regional. 3. Merancang kampanye promosi yang selaras dengan segmentasi  demografis berdasarkan preferensi rating.  </vt:lpstr>
      <vt:lpstr>Implementasi  Metode CRISP-DM </vt:lpstr>
      <vt:lpstr>Presentasi PowerPoint</vt:lpstr>
      <vt:lpstr>Implementasi  Metode  CRISP-DM </vt:lpstr>
      <vt:lpstr>Implementasi  Metode  CRISP-DM </vt:lpstr>
      <vt:lpstr>Implementasi  Metode  CRISP-DM </vt:lpstr>
      <vt:lpstr>Implementasi  Metode  CRISP-DM </vt:lpstr>
      <vt:lpstr>Implementasi  Metode  CRISP-DM </vt:lpstr>
      <vt:lpstr>Implementasi  Metode  CRISP-DM </vt:lpstr>
      <vt:lpstr>Kesimpulan</vt:lpstr>
      <vt:lpstr>TERIMA KASIH</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Deskriptif Genre Video Game Berdasarkan Penjualan Global, Regional, Dan Kategori Rating</dc:title>
  <cp:lastModifiedBy>Luana Breka</cp:lastModifiedBy>
  <cp:revision>2</cp:revision>
  <dcterms:modified xsi:type="dcterms:W3CDTF">2025-10-19T11:43:55Z</dcterms:modified>
</cp:coreProperties>
</file>